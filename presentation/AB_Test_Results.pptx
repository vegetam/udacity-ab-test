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8" r:id="rId9"/>
    <p:sldId id="259" r:id="rId10"/>
    <p:sldId id="260" r:id="rId11"/>
    <p:sldId id="261" r:id="rId12"/>
  </p:sldIdLst>
  <p:sldSz cy="10287000" cx="18288000"/>
  <p:notesSz cx="6858000" cy="9144000"/>
  <p:embeddedFontLst>
    <p:embeddedFont>
      <p:font typeface="Roboto Mono Light"/>
      <p:regular r:id="rId13"/>
      <p:bold r:id="rId14"/>
      <p:italic r:id="rId15"/>
      <p:boldItalic r:id="rId16"/>
    </p:embeddedFont>
    <p:embeddedFont>
      <p:font typeface="Open Sans Light"/>
      <p:regular r:id="rId17"/>
      <p:bold r:id="rId18"/>
      <p:italic r:id="rId19"/>
      <p:boldItalic r:id="rId20"/>
    </p:embeddedFont>
    <p:embeddedFont>
      <p:font typeface="Open Sans"/>
      <p:regular r:id="rId21"/>
      <p:bold r:id="rId22"/>
      <p:italic r:id="rId23"/>
      <p:boldItalic r:id="rId24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3240">
          <p15:clr>
            <a:srgbClr val="A4A3A4"/>
          </p15:clr>
        </p15:guide>
        <p15:guide id="2" pos="57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1C8DA9E-B1A0-4A86-91D4-0D2497F3468D}">
  <a:tblStyle styleId="{E1C8DA9E-B1A0-4A86-91D4-0D2497F3468D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3240" orient="horz"/>
        <p:guide pos="5760"/>
      </p:guideLst>
    </p:cSldViewPr>
  </p:slideViewPr>
</p:viewPr>
</file>

<file path=ppt/_rels/presentation.xml.rels><?xml version="1.0" encoding="UTF-8"?><Relationships xmlns="http://schemas.openxmlformats.org/package/2006/relationships"><Relationship Id="rId20" Type="http://schemas.openxmlformats.org/officeDocument/2006/relationships/font" Target="fonts/OpenSansLight-boldItalic.fntdata"/><Relationship Id="rId11" Type="http://schemas.openxmlformats.org/officeDocument/2006/relationships/slide" Target="slides/slide5.xml"/><Relationship Id="rId22" Type="http://schemas.openxmlformats.org/officeDocument/2006/relationships/font" Target="fonts/OpenSans-bold.fntdata"/><Relationship Id="rId10" Type="http://schemas.openxmlformats.org/officeDocument/2006/relationships/slide" Target="slides/slide4.xml"/><Relationship Id="rId21" Type="http://schemas.openxmlformats.org/officeDocument/2006/relationships/font" Target="fonts/OpenSans-regular.fntdata"/><Relationship Id="rId13" Type="http://schemas.openxmlformats.org/officeDocument/2006/relationships/font" Target="fonts/RobotoMonoLight-regular.fntdata"/><Relationship Id="rId24" Type="http://schemas.openxmlformats.org/officeDocument/2006/relationships/font" Target="fonts/OpenSans-boldItalic.fntdata"/><Relationship Id="rId12" Type="http://schemas.openxmlformats.org/officeDocument/2006/relationships/slide" Target="slides/slide6.xml"/><Relationship Id="rId23" Type="http://schemas.openxmlformats.org/officeDocument/2006/relationships/font" Target="fonts/OpenSans-italic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15" Type="http://schemas.openxmlformats.org/officeDocument/2006/relationships/font" Target="fonts/RobotoMonoLight-italic.fntdata"/><Relationship Id="rId14" Type="http://schemas.openxmlformats.org/officeDocument/2006/relationships/font" Target="fonts/RobotoMonoLight-bold.fntdata"/><Relationship Id="rId17" Type="http://schemas.openxmlformats.org/officeDocument/2006/relationships/font" Target="fonts/OpenSansLight-regular.fntdata"/><Relationship Id="rId16" Type="http://schemas.openxmlformats.org/officeDocument/2006/relationships/font" Target="fonts/RobotoMonoLight-boldItalic.fntdata"/><Relationship Id="rId5" Type="http://schemas.openxmlformats.org/officeDocument/2006/relationships/slideMaster" Target="slideMasters/slideMaster1.xml"/><Relationship Id="rId19" Type="http://schemas.openxmlformats.org/officeDocument/2006/relationships/font" Target="fonts/OpenSansLight-italic.fntdata"/><Relationship Id="rId6" Type="http://schemas.openxmlformats.org/officeDocument/2006/relationships/notesMaster" Target="notesMasters/notesMaster1.xml"/><Relationship Id="rId18" Type="http://schemas.openxmlformats.org/officeDocument/2006/relationships/font" Target="fonts/OpenSansLight-bold.fntdata"/><Relationship Id="rId7" Type="http://schemas.openxmlformats.org/officeDocument/2006/relationships/slide" Target="slides/slide1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05b2e72063_0_231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" name="Google Shape;104;g305b2e72063_0_231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13dd687b2d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" name="Google Shape;121;g313dd687b2d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13dd687b2d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7" name="Google Shape;127;g313dd687b2d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313dd687b2d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4" name="Google Shape;134;g313dd687b2d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313dd687b2d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" name="Google Shape;141;g313dd687b2d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Layouts/_rels/slideLayout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Layouts/_rels/slideLayout3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6.png"/></Relationships>
</file>

<file path=ppt/slideLayouts/_rels/slideLayout4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5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6.png"/></Relationships>
</file>

<file path=ppt/slideLayouts/_rels/slideLayout6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6.png"/></Relationships>
</file>

<file path=ppt/slideLayouts/_rels/slideLayout7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6.png"/></Relationships>
</file>

<file path=ppt/slideLayouts/_rels/slideLayout8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6.png"/></Relationships>
</file>

<file path=ppt/slideLayouts/_rels/slideLayout9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6.png"/></Relationships>
</file>

<file path=ppt/slideLayouts/_rels/slideLayout10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6.png"/></Relationships>
</file>

<file path=ppt/slideLayouts/_rels/slideLayout1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.a Lesson Title ">
  <p:cSld name="TITLE_1">
    <p:bg>
      <p:bgPr>
        <a:solidFill>
          <a:schemeClr val="dk2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b="-3409" l="0" r="0" t="3419"/>
          <a:stretch/>
        </p:blipFill>
        <p:spPr>
          <a:xfrm>
            <a:off x="1239650" y="1254250"/>
            <a:ext cx="2877300" cy="5460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" name="Google Shape;11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2"/>
          <p:cNvSpPr txBox="1"/>
          <p:nvPr>
            <p:ph type="ctrTitle"/>
          </p:nvPr>
        </p:nvSpPr>
        <p:spPr>
          <a:xfrm>
            <a:off x="1225200" y="2813950"/>
            <a:ext cx="10070400" cy="24798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0"/>
              <a:buFont typeface="Open Sans Light"/>
              <a:buNone/>
              <a:defRPr sz="90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Font typeface="Open Sans Light"/>
              <a:buNone/>
              <a:defRPr sz="100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Font typeface="Open Sans Light"/>
              <a:buNone/>
              <a:defRPr sz="100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Font typeface="Open Sans Light"/>
              <a:buNone/>
              <a:defRPr sz="100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Font typeface="Open Sans Light"/>
              <a:buNone/>
              <a:defRPr sz="100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Font typeface="Open Sans Light"/>
              <a:buNone/>
              <a:defRPr sz="100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Font typeface="Open Sans Light"/>
              <a:buNone/>
              <a:defRPr sz="100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Font typeface="Open Sans Light"/>
              <a:buNone/>
              <a:defRPr sz="100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Font typeface="Open Sans Light"/>
              <a:buNone/>
              <a:defRPr sz="100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/>
        </p:txBody>
      </p:sp>
      <p:sp>
        <p:nvSpPr>
          <p:cNvPr id="13" name="Google Shape;13;p2"/>
          <p:cNvSpPr txBox="1"/>
          <p:nvPr/>
        </p:nvSpPr>
        <p:spPr>
          <a:xfrm>
            <a:off x="1225200" y="5937550"/>
            <a:ext cx="10070400" cy="129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4" name="Google Shape;14;p2"/>
          <p:cNvSpPr txBox="1"/>
          <p:nvPr>
            <p:ph idx="1" type="subTitle"/>
          </p:nvPr>
        </p:nvSpPr>
        <p:spPr>
          <a:xfrm>
            <a:off x="1256200" y="5959675"/>
            <a:ext cx="10039800" cy="832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9pPr>
          </a:lstStyle>
          <a:p/>
        </p:txBody>
      </p:sp>
      <p:grpSp>
        <p:nvGrpSpPr>
          <p:cNvPr id="15" name="Google Shape;15;p2"/>
          <p:cNvGrpSpPr/>
          <p:nvPr/>
        </p:nvGrpSpPr>
        <p:grpSpPr>
          <a:xfrm>
            <a:off x="1232067" y="1034380"/>
            <a:ext cx="3497101" cy="986219"/>
            <a:chOff x="989538" y="1051025"/>
            <a:chExt cx="3377536" cy="952500"/>
          </a:xfrm>
        </p:grpSpPr>
        <p:pic>
          <p:nvPicPr>
            <p:cNvPr id="16" name="Google Shape;16;p2"/>
            <p:cNvPicPr preferRelativeResize="0"/>
            <p:nvPr/>
          </p:nvPicPr>
          <p:blipFill rotWithShape="1">
            <a:blip r:embed="rId2">
              <a:alphaModFix/>
            </a:blip>
            <a:srcRect b="-3409" l="0" r="0" t="3419"/>
            <a:stretch/>
          </p:blipFill>
          <p:spPr>
            <a:xfrm>
              <a:off x="1239650" y="1254250"/>
              <a:ext cx="2877300" cy="54605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7" name="Google Shape;17;p2"/>
            <p:cNvSpPr/>
            <p:nvPr/>
          </p:nvSpPr>
          <p:spPr>
            <a:xfrm>
              <a:off x="995600" y="1051025"/>
              <a:ext cx="3365400" cy="952500"/>
            </a:xfrm>
            <a:prstGeom prst="rect">
              <a:avLst/>
            </a:prstGeom>
            <a:solidFill>
              <a:srgbClr val="171A53"/>
            </a:solidFill>
            <a:ln cap="flat" cmpd="sng" w="9525">
              <a:solidFill>
                <a:srgbClr val="171A5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182850" lIns="182850" spcFirstLastPara="1" rIns="182850" wrap="square" tIns="18285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0">
                <a:solidFill>
                  <a:srgbClr val="171A53"/>
                </a:solidFill>
                <a:latin typeface="Open Sans"/>
                <a:ea typeface="Open Sans"/>
                <a:cs typeface="Open Sans"/>
                <a:sym typeface="Open Sans"/>
              </a:endParaRPr>
            </a:p>
          </p:txBody>
        </p:sp>
        <p:pic>
          <p:nvPicPr>
            <p:cNvPr id="18" name="Google Shape;18;p2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989538" y="1058076"/>
              <a:ext cx="3377536" cy="9384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9" name="Google Shape;19;p2"/>
          <p:cNvSpPr txBox="1"/>
          <p:nvPr/>
        </p:nvSpPr>
        <p:spPr>
          <a:xfrm>
            <a:off x="279350" y="9860050"/>
            <a:ext cx="79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7D97AD"/>
                </a:solidFill>
                <a:latin typeface="Open Sans"/>
                <a:ea typeface="Open Sans"/>
                <a:cs typeface="Open Sans"/>
                <a:sym typeface="Open Sans"/>
              </a:rPr>
              <a:t xml:space="preserve">© 2024 Udacity. </a:t>
            </a:r>
            <a:endParaRPr sz="1000">
              <a:solidFill>
                <a:srgbClr val="0B0B0B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.b Lesson Title (Designer or Producer Only)">
  <p:cSld name="SECTION_HEADER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21;p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4" y="0"/>
            <a:ext cx="18288000" cy="10286989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3"/>
          <p:cNvSpPr txBox="1"/>
          <p:nvPr>
            <p:ph type="title"/>
          </p:nvPr>
        </p:nvSpPr>
        <p:spPr>
          <a:xfrm>
            <a:off x="1225200" y="3735300"/>
            <a:ext cx="15837600" cy="28164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600"/>
              <a:buFont typeface="Open Sans Light"/>
              <a:buNone/>
              <a:defRPr sz="76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Font typeface="Open Sans Light"/>
              <a:buNone/>
              <a:defRPr sz="72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Font typeface="Open Sans Light"/>
              <a:buNone/>
              <a:defRPr sz="72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Font typeface="Open Sans Light"/>
              <a:buNone/>
              <a:defRPr sz="72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Font typeface="Open Sans Light"/>
              <a:buNone/>
              <a:defRPr sz="72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Font typeface="Open Sans Light"/>
              <a:buNone/>
              <a:defRPr sz="72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Font typeface="Open Sans Light"/>
              <a:buNone/>
              <a:defRPr sz="72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Font typeface="Open Sans Light"/>
              <a:buNone/>
              <a:defRPr sz="72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Font typeface="Open Sans Light"/>
              <a:buNone/>
              <a:defRPr sz="72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/>
        </p:txBody>
      </p:sp>
      <p:sp>
        <p:nvSpPr>
          <p:cNvPr id="23" name="Google Shape;23;p3"/>
          <p:cNvSpPr/>
          <p:nvPr/>
        </p:nvSpPr>
        <p:spPr>
          <a:xfrm>
            <a:off x="576900" y="9439925"/>
            <a:ext cx="2610600" cy="6201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24" name="Google Shape;24;p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67760" y="9434283"/>
            <a:ext cx="2619805" cy="620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.a Full Bullet">
  <p:cSld name="TITLE_AND_BODY_1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4"/>
          <p:cNvSpPr/>
          <p:nvPr/>
        </p:nvSpPr>
        <p:spPr>
          <a:xfrm>
            <a:off x="-250" y="0"/>
            <a:ext cx="18288000" cy="91440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714375" rotWithShape="0" algn="bl" dir="5400000" dist="238125">
              <a:srgbClr val="000000">
                <a:alpha val="25000"/>
              </a:srgbClr>
            </a:outerShdw>
          </a:effectLst>
        </p:spPr>
        <p:txBody>
          <a:bodyPr anchorCtr="0" anchor="ctr" bIns="91450" lIns="91450" spcFirstLastPara="1" rIns="91450" wrap="square" tIns="914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7" name="Google Shape;27;p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9144000"/>
            <a:ext cx="18288000" cy="1143000"/>
          </a:xfrm>
          <a:prstGeom prst="rect">
            <a:avLst/>
          </a:prstGeom>
          <a:noFill/>
          <a:ln>
            <a:noFill/>
          </a:ln>
        </p:spPr>
      </p:pic>
      <p:sp>
        <p:nvSpPr>
          <p:cNvPr id="28" name="Google Shape;28;p4"/>
          <p:cNvSpPr txBox="1"/>
          <p:nvPr>
            <p:ph type="title"/>
          </p:nvPr>
        </p:nvSpPr>
        <p:spPr>
          <a:xfrm>
            <a:off x="685800" y="307965"/>
            <a:ext cx="16916400" cy="1509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5600"/>
              <a:buFont typeface="Open Sans Light"/>
              <a:buNone/>
              <a:defRPr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9pPr>
          </a:lstStyle>
          <a:p/>
        </p:txBody>
      </p:sp>
      <p:sp>
        <p:nvSpPr>
          <p:cNvPr id="29" name="Google Shape;29;p4"/>
          <p:cNvSpPr txBox="1"/>
          <p:nvPr>
            <p:ph idx="1" type="body"/>
          </p:nvPr>
        </p:nvSpPr>
        <p:spPr>
          <a:xfrm>
            <a:off x="685825" y="1828800"/>
            <a:ext cx="16916400" cy="6629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457200" lvl="0" marL="45720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Char char="●"/>
              <a:defRPr>
                <a:solidFill>
                  <a:schemeClr val="dk1"/>
                </a:solidFill>
              </a:defRPr>
            </a:lvl1pPr>
            <a:lvl2pPr indent="-419100" lvl="1" marL="9144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3000"/>
              <a:buChar char="○"/>
              <a:defRPr>
                <a:solidFill>
                  <a:schemeClr val="dk1"/>
                </a:solidFill>
              </a:defRPr>
            </a:lvl2pPr>
            <a:lvl3pPr indent="-381000" lvl="2" marL="13716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3pPr>
            <a:lvl4pPr indent="-381000" lvl="3" marL="18288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●"/>
              <a:defRPr>
                <a:solidFill>
                  <a:schemeClr val="dk1"/>
                </a:solidFill>
              </a:defRPr>
            </a:lvl4pPr>
            <a:lvl5pPr indent="-381000" lvl="4" marL="2286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○"/>
              <a:defRPr>
                <a:solidFill>
                  <a:schemeClr val="dk1"/>
                </a:solidFill>
              </a:defRPr>
            </a:lvl5pPr>
            <a:lvl6pPr indent="-381000" lvl="5" marL="27432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6pPr>
            <a:lvl7pPr indent="-381000" lvl="6" marL="32004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●"/>
              <a:defRPr>
                <a:solidFill>
                  <a:schemeClr val="dk1"/>
                </a:solidFill>
              </a:defRPr>
            </a:lvl7pPr>
            <a:lvl8pPr indent="-381000" lvl="7" marL="36576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○"/>
              <a:defRPr>
                <a:solidFill>
                  <a:schemeClr val="dk1"/>
                </a:solidFill>
              </a:defRPr>
            </a:lvl8pPr>
            <a:lvl9pPr indent="-381000" lvl="8" marL="4114800" rtl="0">
              <a:spcBef>
                <a:spcPts val="2000"/>
              </a:spcBef>
              <a:spcAft>
                <a:spcPts val="200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30" name="Google Shape;30;p4"/>
          <p:cNvSpPr/>
          <p:nvPr/>
        </p:nvSpPr>
        <p:spPr>
          <a:xfrm>
            <a:off x="576900" y="9439925"/>
            <a:ext cx="2610600" cy="620100"/>
          </a:xfrm>
          <a:prstGeom prst="rect">
            <a:avLst/>
          </a:prstGeom>
          <a:solidFill>
            <a:srgbClr val="14257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31" name="Google Shape;31;p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67760" y="9434283"/>
            <a:ext cx="2619805" cy="620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pos="432">
          <p15:clr>
            <a:schemeClr val="accent1"/>
          </p15:clr>
        </p15:guide>
        <p15:guide id="2" pos="11088">
          <p15:clr>
            <a:schemeClr val="accent1"/>
          </p15:clr>
        </p15:guide>
        <p15:guide id="3" orient="horz" pos="432">
          <p15:clr>
            <a:schemeClr val="accent1"/>
          </p15:clr>
        </p15:guide>
        <p15:guide id="4" orient="horz" pos="5760">
          <p15:clr>
            <a:schemeClr val="accent1"/>
          </p15:clr>
        </p15:guide>
        <p15:guide id="5" orient="horz" pos="936">
          <p15:clr>
            <a:schemeClr val="accent1"/>
          </p15:clr>
        </p15:guide>
        <p15:guide id="6" orient="horz" pos="5328">
          <p15:clr>
            <a:schemeClr val="accent1"/>
          </p15:clr>
        </p15:guide>
        <p15:guide id="7" orient="horz" pos="1152">
          <p15:clr>
            <a:schemeClr val="accent1"/>
          </p15:clr>
        </p15:guide>
        <p15:guide id="8" pos="5760">
          <p15:clr>
            <a:srgbClr val="E46962"/>
          </p15:clr>
        </p15:guide>
        <p15:guide id="9" orient="horz" pos="3132">
          <p15:clr>
            <a:srgbClr val="E46962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.g Full Graphic">
  <p:cSld name="TITLE_ONLY_1_1_1">
    <p:bg>
      <p:bgPr>
        <a:solidFill>
          <a:schemeClr val="lt1"/>
        </a:solidFill>
      </p:bgPr>
    </p:bg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5"/>
          <p:cNvSpPr/>
          <p:nvPr/>
        </p:nvSpPr>
        <p:spPr>
          <a:xfrm>
            <a:off x="300" y="0"/>
            <a:ext cx="18288000" cy="11376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182850" lIns="182850" spcFirstLastPara="1" rIns="182850" wrap="square" tIns="1828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" name="Google Shape;34;p5"/>
          <p:cNvSpPr txBox="1"/>
          <p:nvPr>
            <p:ph type="title"/>
          </p:nvPr>
        </p:nvSpPr>
        <p:spPr>
          <a:xfrm>
            <a:off x="685800" y="0"/>
            <a:ext cx="16916400" cy="1137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Open Sans Light"/>
              <a:buNone/>
              <a:defRPr sz="4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5" name="Google Shape;35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667750" y="9434275"/>
            <a:ext cx="2619803" cy="620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pos="432">
          <p15:clr>
            <a:schemeClr val="accent1"/>
          </p15:clr>
        </p15:guide>
        <p15:guide id="2" pos="11088">
          <p15:clr>
            <a:schemeClr val="accent1"/>
          </p15:clr>
        </p15:guide>
        <p15:guide id="3" orient="horz" pos="5760">
          <p15:clr>
            <a:schemeClr val="accent1"/>
          </p15:clr>
        </p15:guide>
        <p15:guide id="4" orient="horz" pos="717">
          <p15:clr>
            <a:schemeClr val="accent1"/>
          </p15:clr>
        </p15:guide>
        <p15:guide id="5" pos="5760">
          <p15:clr>
            <a:srgbClr val="E46962"/>
          </p15:clr>
        </p15:guide>
        <p15:guide id="6" orient="horz" pos="3240">
          <p15:clr>
            <a:srgbClr val="E46962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.b Third Card">
  <p:cSld name="TITLE_AND_BODY_1_1_1_3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Google Shape;37;p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9144000"/>
            <a:ext cx="18288000" cy="1143000"/>
          </a:xfrm>
          <a:prstGeom prst="rect">
            <a:avLst/>
          </a:prstGeom>
          <a:noFill/>
          <a:ln>
            <a:noFill/>
          </a:ln>
        </p:spPr>
      </p:pic>
      <p:sp>
        <p:nvSpPr>
          <p:cNvPr id="38" name="Google Shape;38;p6"/>
          <p:cNvSpPr/>
          <p:nvPr/>
        </p:nvSpPr>
        <p:spPr>
          <a:xfrm>
            <a:off x="576900" y="9439925"/>
            <a:ext cx="2610600" cy="620100"/>
          </a:xfrm>
          <a:prstGeom prst="rect">
            <a:avLst/>
          </a:prstGeom>
          <a:solidFill>
            <a:srgbClr val="14257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39" name="Google Shape;39;p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67760" y="9434283"/>
            <a:ext cx="2619805" cy="620100"/>
          </a:xfrm>
          <a:prstGeom prst="rect">
            <a:avLst/>
          </a:prstGeom>
          <a:noFill/>
          <a:ln>
            <a:noFill/>
          </a:ln>
        </p:spPr>
      </p:pic>
      <p:sp>
        <p:nvSpPr>
          <p:cNvPr id="40" name="Google Shape;40;p6"/>
          <p:cNvSpPr/>
          <p:nvPr/>
        </p:nvSpPr>
        <p:spPr>
          <a:xfrm>
            <a:off x="-250" y="0"/>
            <a:ext cx="18288000" cy="91440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714375" rotWithShape="0" algn="bl" dir="5400000" dist="238125">
              <a:srgbClr val="000000">
                <a:alpha val="25000"/>
              </a:srgbClr>
            </a:outerShdw>
          </a:effectLst>
        </p:spPr>
        <p:txBody>
          <a:bodyPr anchorCtr="0" anchor="ctr" bIns="91450" lIns="91450" spcFirstLastPara="1" rIns="91450" wrap="square" tIns="914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" name="Google Shape;41;p6"/>
          <p:cNvSpPr/>
          <p:nvPr/>
        </p:nvSpPr>
        <p:spPr>
          <a:xfrm>
            <a:off x="11623800" y="684300"/>
            <a:ext cx="5978400" cy="7774200"/>
          </a:xfrm>
          <a:prstGeom prst="round1Rect">
            <a:avLst>
              <a:gd fmla="val 28421" name="adj"/>
            </a:avLst>
          </a:prstGeom>
          <a:solidFill>
            <a:srgbClr val="F0F0F0"/>
          </a:solidFill>
          <a:ln>
            <a:noFill/>
          </a:ln>
        </p:spPr>
        <p:txBody>
          <a:bodyPr anchorCtr="0" anchor="ctr" bIns="91450" lIns="91450" spcFirstLastPara="1" rIns="91450" wrap="square" tIns="914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" name="Google Shape;42;p6"/>
          <p:cNvSpPr txBox="1"/>
          <p:nvPr/>
        </p:nvSpPr>
        <p:spPr>
          <a:xfrm>
            <a:off x="12058350" y="1523388"/>
            <a:ext cx="3915000" cy="36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2000"/>
              </a:spcAft>
              <a:buNone/>
            </a:pPr>
            <a:r>
              <a:t/>
            </a:r>
            <a:endParaRPr b="1" sz="2600">
              <a:solidFill>
                <a:srgbClr val="0B0B0B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43" name="Google Shape;43;p6"/>
          <p:cNvSpPr txBox="1"/>
          <p:nvPr>
            <p:ph idx="1" type="body"/>
          </p:nvPr>
        </p:nvSpPr>
        <p:spPr>
          <a:xfrm>
            <a:off x="12058350" y="2629500"/>
            <a:ext cx="5109600" cy="5394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457200" lvl="0" marL="45720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Char char="●"/>
              <a:defRPr>
                <a:solidFill>
                  <a:schemeClr val="dk1"/>
                </a:solidFill>
              </a:defRPr>
            </a:lvl1pPr>
            <a:lvl2pPr indent="-419100" lvl="1" marL="9144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3000"/>
              <a:buChar char="○"/>
              <a:defRPr>
                <a:solidFill>
                  <a:schemeClr val="dk1"/>
                </a:solidFill>
              </a:defRPr>
            </a:lvl2pPr>
            <a:lvl3pPr indent="-381000" lvl="2" marL="13716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3pPr>
            <a:lvl4pPr indent="-381000" lvl="3" marL="18288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●"/>
              <a:defRPr>
                <a:solidFill>
                  <a:schemeClr val="dk1"/>
                </a:solidFill>
              </a:defRPr>
            </a:lvl4pPr>
            <a:lvl5pPr indent="-381000" lvl="4" marL="2286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○"/>
              <a:defRPr>
                <a:solidFill>
                  <a:schemeClr val="dk1"/>
                </a:solidFill>
              </a:defRPr>
            </a:lvl5pPr>
            <a:lvl6pPr indent="-381000" lvl="5" marL="27432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6pPr>
            <a:lvl7pPr indent="-381000" lvl="6" marL="32004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●"/>
              <a:defRPr>
                <a:solidFill>
                  <a:schemeClr val="dk1"/>
                </a:solidFill>
              </a:defRPr>
            </a:lvl7pPr>
            <a:lvl8pPr indent="-381000" lvl="7" marL="36576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○"/>
              <a:defRPr>
                <a:solidFill>
                  <a:schemeClr val="dk1"/>
                </a:solidFill>
              </a:defRPr>
            </a:lvl8pPr>
            <a:lvl9pPr indent="-381000" lvl="8" marL="4114800" rtl="0">
              <a:spcBef>
                <a:spcPts val="2000"/>
              </a:spcBef>
              <a:spcAft>
                <a:spcPts val="200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44" name="Google Shape;44;p6"/>
          <p:cNvSpPr txBox="1"/>
          <p:nvPr>
            <p:ph idx="2" type="subTitle"/>
          </p:nvPr>
        </p:nvSpPr>
        <p:spPr>
          <a:xfrm>
            <a:off x="12058350" y="1120500"/>
            <a:ext cx="4868400" cy="671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b="1"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 b="1" sz="3600"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 b="1" sz="3600"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 b="1" sz="3600"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 b="1" sz="3600"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 b="1" sz="3600"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 b="1" sz="3600"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 b="1" sz="3600"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 b="1" sz="3600"/>
            </a:lvl9pPr>
          </a:lstStyle>
          <a:p/>
        </p:txBody>
      </p:sp>
      <p:sp>
        <p:nvSpPr>
          <p:cNvPr id="45" name="Google Shape;45;p6"/>
          <p:cNvSpPr txBox="1"/>
          <p:nvPr>
            <p:ph type="title"/>
          </p:nvPr>
        </p:nvSpPr>
        <p:spPr>
          <a:xfrm>
            <a:off x="685800" y="307975"/>
            <a:ext cx="10252200" cy="1509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5600"/>
              <a:buFont typeface="Open Sans Light"/>
              <a:buNone/>
              <a:defRPr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3" type="body"/>
          </p:nvPr>
        </p:nvSpPr>
        <p:spPr>
          <a:xfrm>
            <a:off x="685825" y="1828800"/>
            <a:ext cx="10252200" cy="6629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457200" lvl="0" marL="45720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Char char="●"/>
              <a:defRPr>
                <a:solidFill>
                  <a:schemeClr val="dk1"/>
                </a:solidFill>
              </a:defRPr>
            </a:lvl1pPr>
            <a:lvl2pPr indent="-419100" lvl="1" marL="9144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3000"/>
              <a:buChar char="○"/>
              <a:defRPr>
                <a:solidFill>
                  <a:schemeClr val="dk1"/>
                </a:solidFill>
              </a:defRPr>
            </a:lvl2pPr>
            <a:lvl3pPr indent="-381000" lvl="2" marL="13716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3pPr>
            <a:lvl4pPr indent="-381000" lvl="3" marL="18288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●"/>
              <a:defRPr>
                <a:solidFill>
                  <a:schemeClr val="dk1"/>
                </a:solidFill>
              </a:defRPr>
            </a:lvl4pPr>
            <a:lvl5pPr indent="-381000" lvl="4" marL="2286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○"/>
              <a:defRPr>
                <a:solidFill>
                  <a:schemeClr val="dk1"/>
                </a:solidFill>
              </a:defRPr>
            </a:lvl5pPr>
            <a:lvl6pPr indent="-381000" lvl="5" marL="27432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6pPr>
            <a:lvl7pPr indent="-381000" lvl="6" marL="32004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●"/>
              <a:defRPr>
                <a:solidFill>
                  <a:schemeClr val="dk1"/>
                </a:solidFill>
              </a:defRPr>
            </a:lvl7pPr>
            <a:lvl8pPr indent="-381000" lvl="7" marL="36576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○"/>
              <a:defRPr>
                <a:solidFill>
                  <a:schemeClr val="dk1"/>
                </a:solidFill>
              </a:defRPr>
            </a:lvl8pPr>
            <a:lvl9pPr indent="-381000" lvl="8" marL="4114800" rtl="0">
              <a:spcBef>
                <a:spcPts val="2000"/>
              </a:spcBef>
              <a:spcAft>
                <a:spcPts val="200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">
          <p15:clr>
            <a:schemeClr val="accent1"/>
          </p15:clr>
        </p15:guide>
        <p15:guide id="2" pos="11088">
          <p15:clr>
            <a:schemeClr val="accent1"/>
          </p15:clr>
        </p15:guide>
        <p15:guide id="3" orient="horz" pos="432">
          <p15:clr>
            <a:schemeClr val="accent1"/>
          </p15:clr>
        </p15:guide>
        <p15:guide id="4" orient="horz" pos="5760">
          <p15:clr>
            <a:schemeClr val="accent1"/>
          </p15:clr>
        </p15:guide>
        <p15:guide id="5" orient="horz" pos="5328">
          <p15:clr>
            <a:schemeClr val="accent1"/>
          </p15:clr>
        </p15:guide>
        <p15:guide id="6" pos="10814">
          <p15:clr>
            <a:schemeClr val="accent1"/>
          </p15:clr>
        </p15:guide>
        <p15:guide id="7" pos="7596">
          <p15:clr>
            <a:schemeClr val="accent1"/>
          </p15:clr>
        </p15:guide>
        <p15:guide id="8" orient="horz" pos="5054">
          <p15:clr>
            <a:schemeClr val="accent2"/>
          </p15:clr>
        </p15:guide>
        <p15:guide id="9" pos="6890">
          <p15:clr>
            <a:schemeClr val="accent1"/>
          </p15:clr>
        </p15:guide>
        <p15:guide id="10" pos="7322">
          <p15:clr>
            <a:schemeClr val="accent1"/>
          </p15:clr>
        </p15:guide>
        <p15:guide id="11" orient="horz" pos="1152">
          <p15:clr>
            <a:schemeClr val="accent2"/>
          </p15:clr>
        </p15:guide>
        <p15:guide id="12" orient="horz" pos="939">
          <p15:clr>
            <a:schemeClr val="accent1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.c Half Card">
  <p:cSld name="TITLE_AND_BODY_1_1_1_2"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" name="Google Shape;48;p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9144000"/>
            <a:ext cx="18288000" cy="1143000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7"/>
          <p:cNvSpPr/>
          <p:nvPr/>
        </p:nvSpPr>
        <p:spPr>
          <a:xfrm>
            <a:off x="576900" y="9439925"/>
            <a:ext cx="2610600" cy="620100"/>
          </a:xfrm>
          <a:prstGeom prst="rect">
            <a:avLst/>
          </a:prstGeom>
          <a:solidFill>
            <a:srgbClr val="14257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50" name="Google Shape;50;p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67760" y="9434283"/>
            <a:ext cx="2619805" cy="620100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51;p7"/>
          <p:cNvSpPr/>
          <p:nvPr/>
        </p:nvSpPr>
        <p:spPr>
          <a:xfrm>
            <a:off x="-250" y="0"/>
            <a:ext cx="18288000" cy="91440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714375" rotWithShape="0" algn="bl" dir="5400000" dist="238125">
              <a:srgbClr val="000000">
                <a:alpha val="25000"/>
              </a:srgbClr>
            </a:outerShdw>
          </a:effectLst>
        </p:spPr>
        <p:txBody>
          <a:bodyPr anchorCtr="0" anchor="ctr" bIns="91450" lIns="91450" spcFirstLastPara="1" rIns="91450" wrap="square" tIns="914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" name="Google Shape;52;p7"/>
          <p:cNvSpPr/>
          <p:nvPr/>
        </p:nvSpPr>
        <p:spPr>
          <a:xfrm>
            <a:off x="9829800" y="684300"/>
            <a:ext cx="7772400" cy="7774200"/>
          </a:xfrm>
          <a:prstGeom prst="round1Rect">
            <a:avLst>
              <a:gd fmla="val 22136" name="adj"/>
            </a:avLst>
          </a:prstGeom>
          <a:solidFill>
            <a:srgbClr val="F0F0F0"/>
          </a:solidFill>
          <a:ln>
            <a:noFill/>
          </a:ln>
        </p:spPr>
        <p:txBody>
          <a:bodyPr anchorCtr="0" anchor="ctr" bIns="91450" lIns="91450" spcFirstLastPara="1" rIns="91450" wrap="square" tIns="914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" name="Google Shape;53;p7"/>
          <p:cNvSpPr txBox="1"/>
          <p:nvPr>
            <p:ph idx="1" type="body"/>
          </p:nvPr>
        </p:nvSpPr>
        <p:spPr>
          <a:xfrm>
            <a:off x="10264500" y="2194800"/>
            <a:ext cx="6903000" cy="5829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457200" lvl="0" marL="45720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Char char="●"/>
              <a:defRPr>
                <a:solidFill>
                  <a:schemeClr val="dk1"/>
                </a:solidFill>
              </a:defRPr>
            </a:lvl1pPr>
            <a:lvl2pPr indent="-419100" lvl="1" marL="9144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3000"/>
              <a:buChar char="○"/>
              <a:defRPr>
                <a:solidFill>
                  <a:schemeClr val="dk1"/>
                </a:solidFill>
              </a:defRPr>
            </a:lvl2pPr>
            <a:lvl3pPr indent="-381000" lvl="2" marL="13716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3pPr>
            <a:lvl4pPr indent="-381000" lvl="3" marL="18288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●"/>
              <a:defRPr>
                <a:solidFill>
                  <a:schemeClr val="dk1"/>
                </a:solidFill>
              </a:defRPr>
            </a:lvl4pPr>
            <a:lvl5pPr indent="-381000" lvl="4" marL="2286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○"/>
              <a:defRPr>
                <a:solidFill>
                  <a:schemeClr val="dk1"/>
                </a:solidFill>
              </a:defRPr>
            </a:lvl5pPr>
            <a:lvl6pPr indent="-381000" lvl="5" marL="27432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6pPr>
            <a:lvl7pPr indent="-381000" lvl="6" marL="32004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●"/>
              <a:defRPr>
                <a:solidFill>
                  <a:schemeClr val="dk1"/>
                </a:solidFill>
              </a:defRPr>
            </a:lvl7pPr>
            <a:lvl8pPr indent="-381000" lvl="7" marL="36576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○"/>
              <a:defRPr>
                <a:solidFill>
                  <a:schemeClr val="dk1"/>
                </a:solidFill>
              </a:defRPr>
            </a:lvl8pPr>
            <a:lvl9pPr indent="-381000" lvl="8" marL="4114800" rtl="0">
              <a:spcBef>
                <a:spcPts val="2000"/>
              </a:spcBef>
              <a:spcAft>
                <a:spcPts val="200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54" name="Google Shape;54;p7"/>
          <p:cNvSpPr txBox="1"/>
          <p:nvPr>
            <p:ph idx="2" type="subTitle"/>
          </p:nvPr>
        </p:nvSpPr>
        <p:spPr>
          <a:xfrm>
            <a:off x="10264500" y="1120500"/>
            <a:ext cx="6662400" cy="671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b="1"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 b="1" sz="3600"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 b="1" sz="3600"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 b="1" sz="3600"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 b="1" sz="3600"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 b="1" sz="3600"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 b="1" sz="3600"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 b="1" sz="3600"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 b="1" sz="3600"/>
            </a:lvl9pPr>
          </a:lstStyle>
          <a:p/>
        </p:txBody>
      </p:sp>
      <p:sp>
        <p:nvSpPr>
          <p:cNvPr id="55" name="Google Shape;55;p7"/>
          <p:cNvSpPr txBox="1"/>
          <p:nvPr>
            <p:ph type="title"/>
          </p:nvPr>
        </p:nvSpPr>
        <p:spPr>
          <a:xfrm>
            <a:off x="685800" y="307975"/>
            <a:ext cx="9579000" cy="1509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5600"/>
              <a:buFont typeface="Open Sans Light"/>
              <a:buNone/>
              <a:defRPr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685825" y="1828800"/>
            <a:ext cx="10252200" cy="6629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457200" lvl="0" marL="45720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Char char="●"/>
              <a:defRPr>
                <a:solidFill>
                  <a:schemeClr val="dk1"/>
                </a:solidFill>
              </a:defRPr>
            </a:lvl1pPr>
            <a:lvl2pPr indent="-419100" lvl="1" marL="9144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3000"/>
              <a:buChar char="○"/>
              <a:defRPr>
                <a:solidFill>
                  <a:schemeClr val="dk1"/>
                </a:solidFill>
              </a:defRPr>
            </a:lvl2pPr>
            <a:lvl3pPr indent="-381000" lvl="2" marL="13716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3pPr>
            <a:lvl4pPr indent="-381000" lvl="3" marL="18288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●"/>
              <a:defRPr>
                <a:solidFill>
                  <a:schemeClr val="dk1"/>
                </a:solidFill>
              </a:defRPr>
            </a:lvl4pPr>
            <a:lvl5pPr indent="-381000" lvl="4" marL="2286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○"/>
              <a:defRPr>
                <a:solidFill>
                  <a:schemeClr val="dk1"/>
                </a:solidFill>
              </a:defRPr>
            </a:lvl5pPr>
            <a:lvl6pPr indent="-381000" lvl="5" marL="27432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6pPr>
            <a:lvl7pPr indent="-381000" lvl="6" marL="32004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●"/>
              <a:defRPr>
                <a:solidFill>
                  <a:schemeClr val="dk1"/>
                </a:solidFill>
              </a:defRPr>
            </a:lvl7pPr>
            <a:lvl8pPr indent="-381000" lvl="7" marL="36576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○"/>
              <a:defRPr>
                <a:solidFill>
                  <a:schemeClr val="dk1"/>
                </a:solidFill>
              </a:defRPr>
            </a:lvl8pPr>
            <a:lvl9pPr indent="-381000" lvl="8" marL="4114800" rtl="0">
              <a:spcBef>
                <a:spcPts val="2000"/>
              </a:spcBef>
              <a:spcAft>
                <a:spcPts val="200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">
          <p15:clr>
            <a:schemeClr val="accent1"/>
          </p15:clr>
        </p15:guide>
        <p15:guide id="2" pos="11088">
          <p15:clr>
            <a:schemeClr val="accent1"/>
          </p15:clr>
        </p15:guide>
        <p15:guide id="3" orient="horz" pos="432">
          <p15:clr>
            <a:schemeClr val="accent1"/>
          </p15:clr>
        </p15:guide>
        <p15:guide id="4" orient="horz" pos="5328">
          <p15:clr>
            <a:schemeClr val="accent1"/>
          </p15:clr>
        </p15:guide>
        <p15:guide id="5" pos="10814">
          <p15:clr>
            <a:schemeClr val="accent1"/>
          </p15:clr>
        </p15:guide>
        <p15:guide id="6" pos="6466">
          <p15:clr>
            <a:schemeClr val="accent1"/>
          </p15:clr>
        </p15:guide>
        <p15:guide id="7" orient="horz" pos="5054">
          <p15:clr>
            <a:schemeClr val="accent2"/>
          </p15:clr>
        </p15:guide>
        <p15:guide id="8" pos="5760">
          <p15:clr>
            <a:schemeClr val="accent1"/>
          </p15:clr>
        </p15:guide>
        <p15:guide id="9" pos="6192">
          <p15:clr>
            <a:schemeClr val="accent1"/>
          </p15:clr>
        </p15:guide>
        <p15:guide id="10" orient="horz" pos="1152">
          <p15:clr>
            <a:schemeClr val="accent2"/>
          </p15:clr>
        </p15:guide>
        <p15:guide id="11" orient="horz" pos="939">
          <p15:clr>
            <a:schemeClr val="accent1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.e Dual Card">
  <p:cSld name="CUSTOM_11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" name="Google Shape;58;p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9144000"/>
            <a:ext cx="18288000" cy="1143000"/>
          </a:xfrm>
          <a:prstGeom prst="rect">
            <a:avLst/>
          </a:prstGeom>
          <a:noFill/>
          <a:ln>
            <a:noFill/>
          </a:ln>
        </p:spPr>
      </p:pic>
      <p:sp>
        <p:nvSpPr>
          <p:cNvPr id="59" name="Google Shape;59;p8"/>
          <p:cNvSpPr/>
          <p:nvPr/>
        </p:nvSpPr>
        <p:spPr>
          <a:xfrm>
            <a:off x="576900" y="9439925"/>
            <a:ext cx="2610600" cy="620100"/>
          </a:xfrm>
          <a:prstGeom prst="rect">
            <a:avLst/>
          </a:prstGeom>
          <a:solidFill>
            <a:srgbClr val="14257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60" name="Google Shape;60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67760" y="9434283"/>
            <a:ext cx="2619805" cy="620100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8"/>
          <p:cNvSpPr/>
          <p:nvPr/>
        </p:nvSpPr>
        <p:spPr>
          <a:xfrm>
            <a:off x="-250" y="0"/>
            <a:ext cx="18288000" cy="91440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714375" rotWithShape="0" algn="bl" dir="5400000" dist="238125">
              <a:srgbClr val="000000">
                <a:alpha val="25000"/>
              </a:srgbClr>
            </a:outerShdw>
          </a:effectLst>
        </p:spPr>
        <p:txBody>
          <a:bodyPr anchorCtr="0" anchor="ctr" bIns="91450" lIns="91450" spcFirstLastPara="1" rIns="91450" wrap="square" tIns="914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" name="Google Shape;62;p8"/>
          <p:cNvSpPr/>
          <p:nvPr/>
        </p:nvSpPr>
        <p:spPr>
          <a:xfrm>
            <a:off x="9487100" y="684300"/>
            <a:ext cx="8115000" cy="7774200"/>
          </a:xfrm>
          <a:prstGeom prst="round1Rect">
            <a:avLst>
              <a:gd fmla="val 22136" name="adj"/>
            </a:avLst>
          </a:prstGeom>
          <a:solidFill>
            <a:srgbClr val="F0F0F0"/>
          </a:solidFill>
          <a:ln>
            <a:noFill/>
          </a:ln>
        </p:spPr>
        <p:txBody>
          <a:bodyPr anchorCtr="0" anchor="ctr" bIns="91450" lIns="91450" spcFirstLastPara="1" rIns="91450" wrap="square" tIns="914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8"/>
          <p:cNvSpPr/>
          <p:nvPr/>
        </p:nvSpPr>
        <p:spPr>
          <a:xfrm flipH="1" rot="-5400000">
            <a:off x="846450" y="495600"/>
            <a:ext cx="7786200" cy="8137800"/>
          </a:xfrm>
          <a:prstGeom prst="round1Rect">
            <a:avLst>
              <a:gd fmla="val 22136" name="adj"/>
            </a:avLst>
          </a:prstGeom>
          <a:solidFill>
            <a:srgbClr val="F0F0F0"/>
          </a:solidFill>
          <a:ln>
            <a:noFill/>
          </a:ln>
        </p:spPr>
        <p:txBody>
          <a:bodyPr anchorCtr="0" anchor="ctr" bIns="91450" lIns="91450" spcFirstLastPara="1" rIns="91450" wrap="square" tIns="914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" name="Google Shape;64;p8"/>
          <p:cNvSpPr txBox="1"/>
          <p:nvPr>
            <p:ph idx="1" type="body"/>
          </p:nvPr>
        </p:nvSpPr>
        <p:spPr>
          <a:xfrm>
            <a:off x="1120500" y="1935300"/>
            <a:ext cx="7245600" cy="6088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457200" lvl="0" marL="45720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Char char="●"/>
              <a:defRPr>
                <a:solidFill>
                  <a:schemeClr val="dk1"/>
                </a:solidFill>
              </a:defRPr>
            </a:lvl1pPr>
            <a:lvl2pPr indent="-419100" lvl="1" marL="9144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3000"/>
              <a:buChar char="○"/>
              <a:defRPr>
                <a:solidFill>
                  <a:schemeClr val="dk1"/>
                </a:solidFill>
              </a:defRPr>
            </a:lvl2pPr>
            <a:lvl3pPr indent="-381000" lvl="2" marL="13716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3pPr>
            <a:lvl4pPr indent="-381000" lvl="3" marL="18288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●"/>
              <a:defRPr>
                <a:solidFill>
                  <a:schemeClr val="dk1"/>
                </a:solidFill>
              </a:defRPr>
            </a:lvl4pPr>
            <a:lvl5pPr indent="-381000" lvl="4" marL="2286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○"/>
              <a:defRPr>
                <a:solidFill>
                  <a:schemeClr val="dk1"/>
                </a:solidFill>
              </a:defRPr>
            </a:lvl5pPr>
            <a:lvl6pPr indent="-381000" lvl="5" marL="27432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6pPr>
            <a:lvl7pPr indent="-381000" lvl="6" marL="32004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●"/>
              <a:defRPr>
                <a:solidFill>
                  <a:schemeClr val="dk1"/>
                </a:solidFill>
              </a:defRPr>
            </a:lvl7pPr>
            <a:lvl8pPr indent="-381000" lvl="7" marL="36576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○"/>
              <a:defRPr>
                <a:solidFill>
                  <a:schemeClr val="dk1"/>
                </a:solidFill>
              </a:defRPr>
            </a:lvl8pPr>
            <a:lvl9pPr indent="-381000" lvl="8" marL="4114800" rtl="0">
              <a:spcBef>
                <a:spcPts val="2000"/>
              </a:spcBef>
              <a:spcAft>
                <a:spcPts val="200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65" name="Google Shape;65;p8"/>
          <p:cNvSpPr txBox="1"/>
          <p:nvPr>
            <p:ph idx="2" type="subTitle"/>
          </p:nvPr>
        </p:nvSpPr>
        <p:spPr>
          <a:xfrm>
            <a:off x="1120500" y="1007100"/>
            <a:ext cx="7245600" cy="669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b="1"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 b="1" sz="3600"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 b="1" sz="3600"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 b="1" sz="3600"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 b="1" sz="3600"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 b="1" sz="3600"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 b="1" sz="3600"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 b="1" sz="3600"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 b="1" sz="3600"/>
            </a:lvl9pPr>
          </a:lstStyle>
          <a:p/>
        </p:txBody>
      </p:sp>
      <p:sp>
        <p:nvSpPr>
          <p:cNvPr id="66" name="Google Shape;66;p8"/>
          <p:cNvSpPr txBox="1"/>
          <p:nvPr>
            <p:ph idx="3" type="body"/>
          </p:nvPr>
        </p:nvSpPr>
        <p:spPr>
          <a:xfrm>
            <a:off x="9921800" y="1935300"/>
            <a:ext cx="7245600" cy="6088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457200" lvl="0" marL="45720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Char char="●"/>
              <a:defRPr>
                <a:solidFill>
                  <a:schemeClr val="dk1"/>
                </a:solidFill>
              </a:defRPr>
            </a:lvl1pPr>
            <a:lvl2pPr indent="-419100" lvl="1" marL="9144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3000"/>
              <a:buChar char="○"/>
              <a:defRPr>
                <a:solidFill>
                  <a:schemeClr val="dk1"/>
                </a:solidFill>
              </a:defRPr>
            </a:lvl2pPr>
            <a:lvl3pPr indent="-381000" lvl="2" marL="13716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3pPr>
            <a:lvl4pPr indent="-381000" lvl="3" marL="18288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●"/>
              <a:defRPr>
                <a:solidFill>
                  <a:schemeClr val="dk1"/>
                </a:solidFill>
              </a:defRPr>
            </a:lvl4pPr>
            <a:lvl5pPr indent="-381000" lvl="4" marL="2286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○"/>
              <a:defRPr>
                <a:solidFill>
                  <a:schemeClr val="dk1"/>
                </a:solidFill>
              </a:defRPr>
            </a:lvl5pPr>
            <a:lvl6pPr indent="-381000" lvl="5" marL="27432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6pPr>
            <a:lvl7pPr indent="-381000" lvl="6" marL="32004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●"/>
              <a:defRPr>
                <a:solidFill>
                  <a:schemeClr val="dk1"/>
                </a:solidFill>
              </a:defRPr>
            </a:lvl7pPr>
            <a:lvl8pPr indent="-381000" lvl="7" marL="36576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○"/>
              <a:defRPr>
                <a:solidFill>
                  <a:schemeClr val="dk1"/>
                </a:solidFill>
              </a:defRPr>
            </a:lvl8pPr>
            <a:lvl9pPr indent="-381000" lvl="8" marL="4114800" rtl="0">
              <a:spcBef>
                <a:spcPts val="2000"/>
              </a:spcBef>
              <a:spcAft>
                <a:spcPts val="200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67" name="Google Shape;67;p8"/>
          <p:cNvSpPr txBox="1"/>
          <p:nvPr>
            <p:ph idx="4" type="subTitle"/>
          </p:nvPr>
        </p:nvSpPr>
        <p:spPr>
          <a:xfrm>
            <a:off x="9921800" y="1007100"/>
            <a:ext cx="7245600" cy="669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b="1"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 b="1" sz="3600"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 b="1" sz="3600"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 b="1" sz="3600"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 b="1" sz="3600"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 b="1" sz="3600"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 b="1" sz="3600"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 b="1" sz="3600"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 b="1" sz="3600"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2880">
          <p15:clr>
            <a:srgbClr val="FF0000"/>
          </p15:clr>
        </p15:guide>
        <p15:guide id="2" pos="5760">
          <p15:clr>
            <a:srgbClr val="FF0000"/>
          </p15:clr>
        </p15:guide>
        <p15:guide id="3" pos="423">
          <p15:clr>
            <a:schemeClr val="accent1"/>
          </p15:clr>
        </p15:guide>
        <p15:guide id="4" orient="horz" pos="423">
          <p15:clr>
            <a:schemeClr val="accent1"/>
          </p15:clr>
        </p15:guide>
        <p15:guide id="5" pos="5553">
          <p15:clr>
            <a:schemeClr val="accent1"/>
          </p15:clr>
        </p15:guide>
        <p15:guide id="6" pos="5976">
          <p15:clr>
            <a:schemeClr val="accent1"/>
          </p15:clr>
        </p15:guide>
        <p15:guide id="7" orient="horz" pos="5328">
          <p15:clr>
            <a:schemeClr val="accent1"/>
          </p15:clr>
        </p15:guide>
        <p15:guide id="8" pos="11088">
          <p15:clr>
            <a:schemeClr val="accent1"/>
          </p15:clr>
        </p15:guide>
        <p15:guide id="9" pos="706">
          <p15:clr>
            <a:schemeClr val="accent1"/>
          </p15:clr>
        </p15:guide>
        <p15:guide id="10" pos="5275">
          <p15:clr>
            <a:schemeClr val="accent1"/>
          </p15:clr>
        </p15:guide>
        <p15:guide id="11" pos="6250">
          <p15:clr>
            <a:schemeClr val="accent1"/>
          </p15:clr>
        </p15:guide>
        <p15:guide id="12" pos="10814">
          <p15:clr>
            <a:schemeClr val="accent1"/>
          </p15:clr>
        </p15:guide>
        <p15:guide id="13" orient="horz" pos="1219">
          <p15:clr>
            <a:schemeClr val="accent2"/>
          </p15:clr>
        </p15:guide>
        <p15:guide id="14" orient="horz" pos="5054">
          <p15:clr>
            <a:schemeClr val="accent2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.f Triple Card ">
  <p:cSld name="CUSTOM_11_1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9144000"/>
            <a:ext cx="18288000" cy="1143000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9"/>
          <p:cNvSpPr/>
          <p:nvPr/>
        </p:nvSpPr>
        <p:spPr>
          <a:xfrm>
            <a:off x="576900" y="9439925"/>
            <a:ext cx="2610600" cy="620100"/>
          </a:xfrm>
          <a:prstGeom prst="rect">
            <a:avLst/>
          </a:prstGeom>
          <a:solidFill>
            <a:srgbClr val="14257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71" name="Google Shape;71;p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67760" y="9434283"/>
            <a:ext cx="2619805" cy="620100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p9"/>
          <p:cNvSpPr/>
          <p:nvPr/>
        </p:nvSpPr>
        <p:spPr>
          <a:xfrm>
            <a:off x="-250" y="0"/>
            <a:ext cx="18288000" cy="91440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714375" rotWithShape="0" algn="bl" dir="5400000" dist="238125">
              <a:srgbClr val="000000">
                <a:alpha val="25000"/>
              </a:srgbClr>
            </a:outerShdw>
          </a:effectLst>
        </p:spPr>
        <p:txBody>
          <a:bodyPr anchorCtr="0" anchor="ctr" bIns="91450" lIns="91450" spcFirstLastPara="1" rIns="91450" wrap="square" tIns="914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" name="Google Shape;73;p9"/>
          <p:cNvSpPr/>
          <p:nvPr/>
        </p:nvSpPr>
        <p:spPr>
          <a:xfrm>
            <a:off x="6547175" y="1935900"/>
            <a:ext cx="5193600" cy="6522600"/>
          </a:xfrm>
          <a:prstGeom prst="round1Rect">
            <a:avLst>
              <a:gd fmla="val 22136" name="adj"/>
            </a:avLst>
          </a:prstGeom>
          <a:solidFill>
            <a:srgbClr val="F0F0F0"/>
          </a:solidFill>
          <a:ln>
            <a:noFill/>
          </a:ln>
        </p:spPr>
        <p:txBody>
          <a:bodyPr anchorCtr="0" anchor="ctr" bIns="91450" lIns="91450" spcFirstLastPara="1" rIns="91450" wrap="square" tIns="914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" name="Google Shape;74;p9"/>
          <p:cNvSpPr/>
          <p:nvPr/>
        </p:nvSpPr>
        <p:spPr>
          <a:xfrm>
            <a:off x="685800" y="1935900"/>
            <a:ext cx="5193600" cy="6522600"/>
          </a:xfrm>
          <a:prstGeom prst="round1Rect">
            <a:avLst>
              <a:gd fmla="val 22136" name="adj"/>
            </a:avLst>
          </a:prstGeom>
          <a:solidFill>
            <a:srgbClr val="F0F0F0"/>
          </a:solidFill>
          <a:ln>
            <a:noFill/>
          </a:ln>
        </p:spPr>
        <p:txBody>
          <a:bodyPr anchorCtr="0" anchor="ctr" bIns="91450" lIns="91450" spcFirstLastPara="1" rIns="91450" wrap="square" tIns="914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" name="Google Shape;75;p9"/>
          <p:cNvSpPr/>
          <p:nvPr/>
        </p:nvSpPr>
        <p:spPr>
          <a:xfrm>
            <a:off x="12408550" y="1935900"/>
            <a:ext cx="5193600" cy="6522600"/>
          </a:xfrm>
          <a:prstGeom prst="round1Rect">
            <a:avLst>
              <a:gd fmla="val 22136" name="adj"/>
            </a:avLst>
          </a:prstGeom>
          <a:solidFill>
            <a:srgbClr val="F0F0F0"/>
          </a:solidFill>
          <a:ln>
            <a:noFill/>
          </a:ln>
        </p:spPr>
        <p:txBody>
          <a:bodyPr anchorCtr="0" anchor="ctr" bIns="91450" lIns="91450" spcFirstLastPara="1" rIns="91450" wrap="square" tIns="914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" name="Google Shape;76;p9"/>
          <p:cNvSpPr txBox="1"/>
          <p:nvPr>
            <p:ph idx="1" type="body"/>
          </p:nvPr>
        </p:nvSpPr>
        <p:spPr>
          <a:xfrm>
            <a:off x="1120500" y="3278700"/>
            <a:ext cx="4324200" cy="4486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457200" lvl="0" marL="45720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Char char="●"/>
              <a:defRPr>
                <a:solidFill>
                  <a:schemeClr val="dk1"/>
                </a:solidFill>
              </a:defRPr>
            </a:lvl1pPr>
            <a:lvl2pPr indent="-419100" lvl="1" marL="9144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3000"/>
              <a:buChar char="○"/>
              <a:defRPr>
                <a:solidFill>
                  <a:schemeClr val="dk1"/>
                </a:solidFill>
              </a:defRPr>
            </a:lvl2pPr>
            <a:lvl3pPr indent="-381000" lvl="2" marL="13716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3pPr>
            <a:lvl4pPr indent="-381000" lvl="3" marL="18288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●"/>
              <a:defRPr>
                <a:solidFill>
                  <a:schemeClr val="dk1"/>
                </a:solidFill>
              </a:defRPr>
            </a:lvl4pPr>
            <a:lvl5pPr indent="-381000" lvl="4" marL="2286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○"/>
              <a:defRPr>
                <a:solidFill>
                  <a:schemeClr val="dk1"/>
                </a:solidFill>
              </a:defRPr>
            </a:lvl5pPr>
            <a:lvl6pPr indent="-381000" lvl="5" marL="27432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6pPr>
            <a:lvl7pPr indent="-381000" lvl="6" marL="32004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●"/>
              <a:defRPr>
                <a:solidFill>
                  <a:schemeClr val="dk1"/>
                </a:solidFill>
              </a:defRPr>
            </a:lvl7pPr>
            <a:lvl8pPr indent="-381000" lvl="7" marL="36576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○"/>
              <a:defRPr>
                <a:solidFill>
                  <a:schemeClr val="dk1"/>
                </a:solidFill>
              </a:defRPr>
            </a:lvl8pPr>
            <a:lvl9pPr indent="-381000" lvl="8" marL="4114800" rtl="0">
              <a:spcBef>
                <a:spcPts val="2000"/>
              </a:spcBef>
              <a:spcAft>
                <a:spcPts val="200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7" name="Google Shape;77;p9"/>
          <p:cNvSpPr txBox="1"/>
          <p:nvPr>
            <p:ph idx="2" type="subTitle"/>
          </p:nvPr>
        </p:nvSpPr>
        <p:spPr>
          <a:xfrm>
            <a:off x="1134750" y="2271600"/>
            <a:ext cx="4295400" cy="671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 b="1" sz="2600"/>
            </a:lvl1pPr>
            <a:lvl2pPr lvl="1" rtl="0">
              <a:spcBef>
                <a:spcPts val="0"/>
              </a:spcBef>
              <a:spcAft>
                <a:spcPts val="0"/>
              </a:spcAft>
              <a:buSzPts val="2600"/>
              <a:buNone/>
              <a:defRPr b="1" sz="2600"/>
            </a:lvl2pPr>
            <a:lvl3pPr lvl="2" rtl="0">
              <a:spcBef>
                <a:spcPts val="0"/>
              </a:spcBef>
              <a:spcAft>
                <a:spcPts val="0"/>
              </a:spcAft>
              <a:buSzPts val="2600"/>
              <a:buNone/>
              <a:defRPr b="1" sz="2600"/>
            </a:lvl3pPr>
            <a:lvl4pPr lvl="3" rtl="0">
              <a:spcBef>
                <a:spcPts val="0"/>
              </a:spcBef>
              <a:spcAft>
                <a:spcPts val="0"/>
              </a:spcAft>
              <a:buSzPts val="2600"/>
              <a:buNone/>
              <a:defRPr b="1" sz="2600"/>
            </a:lvl4pPr>
            <a:lvl5pPr lvl="4" rtl="0">
              <a:spcBef>
                <a:spcPts val="0"/>
              </a:spcBef>
              <a:spcAft>
                <a:spcPts val="0"/>
              </a:spcAft>
              <a:buSzPts val="2600"/>
              <a:buNone/>
              <a:defRPr b="1" sz="2600"/>
            </a:lvl5pPr>
            <a:lvl6pPr lvl="5" rtl="0">
              <a:spcBef>
                <a:spcPts val="0"/>
              </a:spcBef>
              <a:spcAft>
                <a:spcPts val="0"/>
              </a:spcAft>
              <a:buSzPts val="2600"/>
              <a:buNone/>
              <a:defRPr b="1" sz="2600"/>
            </a:lvl6pPr>
            <a:lvl7pPr lvl="6" rtl="0">
              <a:spcBef>
                <a:spcPts val="0"/>
              </a:spcBef>
              <a:spcAft>
                <a:spcPts val="0"/>
              </a:spcAft>
              <a:buSzPts val="2600"/>
              <a:buNone/>
              <a:defRPr b="1" sz="2600"/>
            </a:lvl7pPr>
            <a:lvl8pPr lvl="7" rtl="0">
              <a:spcBef>
                <a:spcPts val="0"/>
              </a:spcBef>
              <a:spcAft>
                <a:spcPts val="0"/>
              </a:spcAft>
              <a:buSzPts val="2600"/>
              <a:buNone/>
              <a:defRPr b="1" sz="2600"/>
            </a:lvl8pPr>
            <a:lvl9pPr lvl="8" rtl="0">
              <a:spcBef>
                <a:spcPts val="0"/>
              </a:spcBef>
              <a:spcAft>
                <a:spcPts val="0"/>
              </a:spcAft>
              <a:buSzPts val="2600"/>
              <a:buNone/>
              <a:defRPr b="1" sz="2600"/>
            </a:lvl9pPr>
          </a:lstStyle>
          <a:p/>
        </p:txBody>
      </p:sp>
      <p:sp>
        <p:nvSpPr>
          <p:cNvPr id="78" name="Google Shape;78;p9"/>
          <p:cNvSpPr txBox="1"/>
          <p:nvPr>
            <p:ph idx="3" type="body"/>
          </p:nvPr>
        </p:nvSpPr>
        <p:spPr>
          <a:xfrm>
            <a:off x="6981875" y="3278700"/>
            <a:ext cx="4324200" cy="4486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457200" lvl="0" marL="45720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Char char="●"/>
              <a:defRPr>
                <a:solidFill>
                  <a:schemeClr val="dk1"/>
                </a:solidFill>
              </a:defRPr>
            </a:lvl1pPr>
            <a:lvl2pPr indent="-419100" lvl="1" marL="9144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3000"/>
              <a:buChar char="○"/>
              <a:defRPr>
                <a:solidFill>
                  <a:schemeClr val="dk1"/>
                </a:solidFill>
              </a:defRPr>
            </a:lvl2pPr>
            <a:lvl3pPr indent="-381000" lvl="2" marL="13716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3pPr>
            <a:lvl4pPr indent="-381000" lvl="3" marL="18288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●"/>
              <a:defRPr>
                <a:solidFill>
                  <a:schemeClr val="dk1"/>
                </a:solidFill>
              </a:defRPr>
            </a:lvl4pPr>
            <a:lvl5pPr indent="-381000" lvl="4" marL="2286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○"/>
              <a:defRPr>
                <a:solidFill>
                  <a:schemeClr val="dk1"/>
                </a:solidFill>
              </a:defRPr>
            </a:lvl5pPr>
            <a:lvl6pPr indent="-381000" lvl="5" marL="27432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6pPr>
            <a:lvl7pPr indent="-381000" lvl="6" marL="32004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●"/>
              <a:defRPr>
                <a:solidFill>
                  <a:schemeClr val="dk1"/>
                </a:solidFill>
              </a:defRPr>
            </a:lvl7pPr>
            <a:lvl8pPr indent="-381000" lvl="7" marL="36576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○"/>
              <a:defRPr>
                <a:solidFill>
                  <a:schemeClr val="dk1"/>
                </a:solidFill>
              </a:defRPr>
            </a:lvl8pPr>
            <a:lvl9pPr indent="-381000" lvl="8" marL="4114800" rtl="0">
              <a:spcBef>
                <a:spcPts val="2000"/>
              </a:spcBef>
              <a:spcAft>
                <a:spcPts val="200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9" name="Google Shape;79;p9"/>
          <p:cNvSpPr txBox="1"/>
          <p:nvPr>
            <p:ph idx="4" type="subTitle"/>
          </p:nvPr>
        </p:nvSpPr>
        <p:spPr>
          <a:xfrm>
            <a:off x="6996125" y="2271600"/>
            <a:ext cx="4295400" cy="671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 b="1" sz="2600"/>
            </a:lvl1pPr>
            <a:lvl2pPr lvl="1" rtl="0">
              <a:spcBef>
                <a:spcPts val="0"/>
              </a:spcBef>
              <a:spcAft>
                <a:spcPts val="0"/>
              </a:spcAft>
              <a:buSzPts val="2600"/>
              <a:buNone/>
              <a:defRPr b="1" sz="2600"/>
            </a:lvl2pPr>
            <a:lvl3pPr lvl="2" rtl="0">
              <a:spcBef>
                <a:spcPts val="0"/>
              </a:spcBef>
              <a:spcAft>
                <a:spcPts val="0"/>
              </a:spcAft>
              <a:buSzPts val="2600"/>
              <a:buNone/>
              <a:defRPr b="1" sz="2600"/>
            </a:lvl3pPr>
            <a:lvl4pPr lvl="3" rtl="0">
              <a:spcBef>
                <a:spcPts val="0"/>
              </a:spcBef>
              <a:spcAft>
                <a:spcPts val="0"/>
              </a:spcAft>
              <a:buSzPts val="2600"/>
              <a:buNone/>
              <a:defRPr b="1" sz="2600"/>
            </a:lvl4pPr>
            <a:lvl5pPr lvl="4" rtl="0">
              <a:spcBef>
                <a:spcPts val="0"/>
              </a:spcBef>
              <a:spcAft>
                <a:spcPts val="0"/>
              </a:spcAft>
              <a:buSzPts val="2600"/>
              <a:buNone/>
              <a:defRPr b="1" sz="2600"/>
            </a:lvl5pPr>
            <a:lvl6pPr lvl="5" rtl="0">
              <a:spcBef>
                <a:spcPts val="0"/>
              </a:spcBef>
              <a:spcAft>
                <a:spcPts val="0"/>
              </a:spcAft>
              <a:buSzPts val="2600"/>
              <a:buNone/>
              <a:defRPr b="1" sz="2600"/>
            </a:lvl6pPr>
            <a:lvl7pPr lvl="6" rtl="0">
              <a:spcBef>
                <a:spcPts val="0"/>
              </a:spcBef>
              <a:spcAft>
                <a:spcPts val="0"/>
              </a:spcAft>
              <a:buSzPts val="2600"/>
              <a:buNone/>
              <a:defRPr b="1" sz="2600"/>
            </a:lvl7pPr>
            <a:lvl8pPr lvl="7" rtl="0">
              <a:spcBef>
                <a:spcPts val="0"/>
              </a:spcBef>
              <a:spcAft>
                <a:spcPts val="0"/>
              </a:spcAft>
              <a:buSzPts val="2600"/>
              <a:buNone/>
              <a:defRPr b="1" sz="2600"/>
            </a:lvl8pPr>
            <a:lvl9pPr lvl="8" rtl="0">
              <a:spcBef>
                <a:spcPts val="0"/>
              </a:spcBef>
              <a:spcAft>
                <a:spcPts val="0"/>
              </a:spcAft>
              <a:buSzPts val="2600"/>
              <a:buNone/>
              <a:defRPr b="1" sz="2600"/>
            </a:lvl9pPr>
          </a:lstStyle>
          <a:p/>
        </p:txBody>
      </p:sp>
      <p:sp>
        <p:nvSpPr>
          <p:cNvPr id="80" name="Google Shape;80;p9"/>
          <p:cNvSpPr txBox="1"/>
          <p:nvPr>
            <p:ph idx="5" type="body"/>
          </p:nvPr>
        </p:nvSpPr>
        <p:spPr>
          <a:xfrm>
            <a:off x="12843250" y="3278700"/>
            <a:ext cx="4324200" cy="4486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457200" lvl="0" marL="45720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Char char="●"/>
              <a:defRPr>
                <a:solidFill>
                  <a:schemeClr val="dk1"/>
                </a:solidFill>
              </a:defRPr>
            </a:lvl1pPr>
            <a:lvl2pPr indent="-419100" lvl="1" marL="9144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3000"/>
              <a:buChar char="○"/>
              <a:defRPr>
                <a:solidFill>
                  <a:schemeClr val="dk1"/>
                </a:solidFill>
              </a:defRPr>
            </a:lvl2pPr>
            <a:lvl3pPr indent="-381000" lvl="2" marL="13716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3pPr>
            <a:lvl4pPr indent="-381000" lvl="3" marL="18288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●"/>
              <a:defRPr>
                <a:solidFill>
                  <a:schemeClr val="dk1"/>
                </a:solidFill>
              </a:defRPr>
            </a:lvl4pPr>
            <a:lvl5pPr indent="-381000" lvl="4" marL="2286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○"/>
              <a:defRPr>
                <a:solidFill>
                  <a:schemeClr val="dk1"/>
                </a:solidFill>
              </a:defRPr>
            </a:lvl5pPr>
            <a:lvl6pPr indent="-381000" lvl="5" marL="27432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6pPr>
            <a:lvl7pPr indent="-381000" lvl="6" marL="32004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●"/>
              <a:defRPr>
                <a:solidFill>
                  <a:schemeClr val="dk1"/>
                </a:solidFill>
              </a:defRPr>
            </a:lvl7pPr>
            <a:lvl8pPr indent="-381000" lvl="7" marL="36576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○"/>
              <a:defRPr>
                <a:solidFill>
                  <a:schemeClr val="dk1"/>
                </a:solidFill>
              </a:defRPr>
            </a:lvl8pPr>
            <a:lvl9pPr indent="-381000" lvl="8" marL="4114800" rtl="0">
              <a:spcBef>
                <a:spcPts val="2000"/>
              </a:spcBef>
              <a:spcAft>
                <a:spcPts val="200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1" name="Google Shape;81;p9"/>
          <p:cNvSpPr txBox="1"/>
          <p:nvPr>
            <p:ph idx="6" type="subTitle"/>
          </p:nvPr>
        </p:nvSpPr>
        <p:spPr>
          <a:xfrm>
            <a:off x="12857500" y="2271600"/>
            <a:ext cx="4295400" cy="671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 b="1" sz="2600"/>
            </a:lvl1pPr>
            <a:lvl2pPr lvl="1" rtl="0">
              <a:spcBef>
                <a:spcPts val="0"/>
              </a:spcBef>
              <a:spcAft>
                <a:spcPts val="0"/>
              </a:spcAft>
              <a:buSzPts val="2600"/>
              <a:buNone/>
              <a:defRPr b="1" sz="2600"/>
            </a:lvl2pPr>
            <a:lvl3pPr lvl="2" rtl="0">
              <a:spcBef>
                <a:spcPts val="0"/>
              </a:spcBef>
              <a:spcAft>
                <a:spcPts val="0"/>
              </a:spcAft>
              <a:buSzPts val="2600"/>
              <a:buNone/>
              <a:defRPr b="1" sz="2600"/>
            </a:lvl3pPr>
            <a:lvl4pPr lvl="3" rtl="0">
              <a:spcBef>
                <a:spcPts val="0"/>
              </a:spcBef>
              <a:spcAft>
                <a:spcPts val="0"/>
              </a:spcAft>
              <a:buSzPts val="2600"/>
              <a:buNone/>
              <a:defRPr b="1" sz="2600"/>
            </a:lvl4pPr>
            <a:lvl5pPr lvl="4" rtl="0">
              <a:spcBef>
                <a:spcPts val="0"/>
              </a:spcBef>
              <a:spcAft>
                <a:spcPts val="0"/>
              </a:spcAft>
              <a:buSzPts val="2600"/>
              <a:buNone/>
              <a:defRPr b="1" sz="2600"/>
            </a:lvl5pPr>
            <a:lvl6pPr lvl="5" rtl="0">
              <a:spcBef>
                <a:spcPts val="0"/>
              </a:spcBef>
              <a:spcAft>
                <a:spcPts val="0"/>
              </a:spcAft>
              <a:buSzPts val="2600"/>
              <a:buNone/>
              <a:defRPr b="1" sz="2600"/>
            </a:lvl6pPr>
            <a:lvl7pPr lvl="6" rtl="0">
              <a:spcBef>
                <a:spcPts val="0"/>
              </a:spcBef>
              <a:spcAft>
                <a:spcPts val="0"/>
              </a:spcAft>
              <a:buSzPts val="2600"/>
              <a:buNone/>
              <a:defRPr b="1" sz="2600"/>
            </a:lvl7pPr>
            <a:lvl8pPr lvl="7" rtl="0">
              <a:spcBef>
                <a:spcPts val="0"/>
              </a:spcBef>
              <a:spcAft>
                <a:spcPts val="0"/>
              </a:spcAft>
              <a:buSzPts val="2600"/>
              <a:buNone/>
              <a:defRPr b="1" sz="2600"/>
            </a:lvl8pPr>
            <a:lvl9pPr lvl="8" rtl="0">
              <a:spcBef>
                <a:spcPts val="0"/>
              </a:spcBef>
              <a:spcAft>
                <a:spcPts val="0"/>
              </a:spcAft>
              <a:buSzPts val="2600"/>
              <a:buNone/>
              <a:defRPr b="1" sz="2600"/>
            </a:lvl9pPr>
          </a:lstStyle>
          <a:p/>
        </p:txBody>
      </p:sp>
      <p:sp>
        <p:nvSpPr>
          <p:cNvPr id="82" name="Google Shape;82;p9"/>
          <p:cNvSpPr txBox="1"/>
          <p:nvPr>
            <p:ph type="title"/>
          </p:nvPr>
        </p:nvSpPr>
        <p:spPr>
          <a:xfrm>
            <a:off x="685800" y="307965"/>
            <a:ext cx="16916400" cy="1509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5600"/>
              <a:buFont typeface="Open Sans Light"/>
              <a:buNone/>
              <a:defRPr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3355">
          <p15:clr>
            <a:srgbClr val="FF0000"/>
          </p15:clr>
        </p15:guide>
        <p15:guide id="2" pos="4124">
          <p15:clr>
            <a:schemeClr val="accent1"/>
          </p15:clr>
        </p15:guide>
        <p15:guide id="3" pos="423">
          <p15:clr>
            <a:schemeClr val="accent1"/>
          </p15:clr>
        </p15:guide>
        <p15:guide id="4" orient="horz" pos="423">
          <p15:clr>
            <a:schemeClr val="accent1"/>
          </p15:clr>
        </p15:guide>
        <p15:guide id="5" pos="3703">
          <p15:clr>
            <a:schemeClr val="accent1"/>
          </p15:clr>
        </p15:guide>
        <p15:guide id="6" pos="7396">
          <p15:clr>
            <a:schemeClr val="accent1"/>
          </p15:clr>
        </p15:guide>
        <p15:guide id="7" orient="horz" pos="5328">
          <p15:clr>
            <a:schemeClr val="accent1"/>
          </p15:clr>
        </p15:guide>
        <p15:guide id="8" pos="11088">
          <p15:clr>
            <a:schemeClr val="accent1"/>
          </p15:clr>
        </p15:guide>
        <p15:guide id="9" orient="horz" pos="1219">
          <p15:clr>
            <a:schemeClr val="accent1"/>
          </p15:clr>
        </p15:guide>
        <p15:guide id="10" pos="7816">
          <p15:clr>
            <a:schemeClr val="accent1"/>
          </p15:clr>
        </p15:guide>
        <p15:guide id="11" orient="horz" pos="939">
          <p15:clr>
            <a:schemeClr val="accent1"/>
          </p15:clr>
        </p15:guide>
        <p15:guide id="12" pos="2068">
          <p15:clr>
            <a:srgbClr val="E46962"/>
          </p15:clr>
        </p15:guide>
        <p15:guide id="13" pos="5760">
          <p15:clr>
            <a:srgbClr val="E46962"/>
          </p15:clr>
        </p15:guide>
        <p15:guide id="14" pos="9452">
          <p15:clr>
            <a:srgbClr val="E46962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. Code">
  <p:cSld name="TITLE_AND_BODY_1_1_1_1"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9144000"/>
            <a:ext cx="18288000" cy="1143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0"/>
          <p:cNvSpPr/>
          <p:nvPr/>
        </p:nvSpPr>
        <p:spPr>
          <a:xfrm>
            <a:off x="576900" y="9439925"/>
            <a:ext cx="2610600" cy="620100"/>
          </a:xfrm>
          <a:prstGeom prst="rect">
            <a:avLst/>
          </a:prstGeom>
          <a:solidFill>
            <a:srgbClr val="14257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86" name="Google Shape;86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67760" y="9434283"/>
            <a:ext cx="2619805" cy="620100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0"/>
          <p:cNvSpPr/>
          <p:nvPr/>
        </p:nvSpPr>
        <p:spPr>
          <a:xfrm>
            <a:off x="-250" y="-750"/>
            <a:ext cx="18288000" cy="9144000"/>
          </a:xfrm>
          <a:prstGeom prst="rect">
            <a:avLst/>
          </a:prstGeom>
          <a:solidFill>
            <a:srgbClr val="F0F0F0"/>
          </a:solidFill>
          <a:ln>
            <a:noFill/>
          </a:ln>
          <a:effectLst>
            <a:outerShdw blurRad="714375" rotWithShape="0" algn="bl" dir="5400000" dist="238125">
              <a:srgbClr val="000000">
                <a:alpha val="25000"/>
              </a:srgbClr>
            </a:outerShdw>
          </a:effectLst>
        </p:spPr>
        <p:txBody>
          <a:bodyPr anchorCtr="0" anchor="ctr" bIns="91450" lIns="91450" spcFirstLastPara="1" rIns="91450" wrap="square" tIns="914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10"/>
          <p:cNvSpPr txBox="1"/>
          <p:nvPr/>
        </p:nvSpPr>
        <p:spPr>
          <a:xfrm>
            <a:off x="685800" y="434400"/>
            <a:ext cx="169164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2000"/>
              </a:spcAft>
              <a:buNone/>
            </a:pPr>
            <a:r>
              <a:rPr lang="en" sz="4800">
                <a:solidFill>
                  <a:srgbClr val="0B0B0B"/>
                </a:solidFill>
                <a:latin typeface="Open Sans Light"/>
                <a:ea typeface="Open Sans Light"/>
                <a:cs typeface="Open Sans Light"/>
                <a:sym typeface="Open Sans Light"/>
              </a:rPr>
              <a:t>Title Placeholder</a:t>
            </a:r>
            <a:endParaRPr sz="4800">
              <a:solidFill>
                <a:srgbClr val="0B0B0B"/>
              </a:solidFill>
              <a:latin typeface="Open Sans Light"/>
              <a:ea typeface="Open Sans Light"/>
              <a:cs typeface="Open Sans Light"/>
              <a:sym typeface="Open Sans Light"/>
            </a:endParaRPr>
          </a:p>
        </p:txBody>
      </p:sp>
      <p:sp>
        <p:nvSpPr>
          <p:cNvPr id="89" name="Google Shape;89;p10"/>
          <p:cNvSpPr txBox="1"/>
          <p:nvPr>
            <p:ph idx="1" type="body"/>
          </p:nvPr>
        </p:nvSpPr>
        <p:spPr>
          <a:xfrm>
            <a:off x="685800" y="1554750"/>
            <a:ext cx="16916400" cy="6903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419100" lvl="0" marL="45720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Font typeface="Roboto Mono Light"/>
              <a:buChar char="●"/>
              <a:defRPr sz="3000"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1pPr>
            <a:lvl2pPr indent="-419100" lvl="1" marL="9144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3000"/>
              <a:buFont typeface="Roboto Mono Light"/>
              <a:buChar char="○"/>
              <a:defRPr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2pPr>
            <a:lvl3pPr indent="-381000" lvl="2" marL="13716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Roboto Mono Light"/>
              <a:buChar char="■"/>
              <a:defRPr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3pPr>
            <a:lvl4pPr indent="-381000" lvl="3" marL="18288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Roboto Mono Light"/>
              <a:buChar char="●"/>
              <a:defRPr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4pPr>
            <a:lvl5pPr indent="-381000" lvl="4" marL="2286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Roboto Mono Light"/>
              <a:buChar char="○"/>
              <a:defRPr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5pPr>
            <a:lvl6pPr indent="-381000" lvl="5" marL="27432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Roboto Mono Light"/>
              <a:buChar char="■"/>
              <a:defRPr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6pPr>
            <a:lvl7pPr indent="-381000" lvl="6" marL="32004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Roboto Mono Light"/>
              <a:buChar char="●"/>
              <a:defRPr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7pPr>
            <a:lvl8pPr indent="-381000" lvl="7" marL="36576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Roboto Mono Light"/>
              <a:buChar char="○"/>
              <a:defRPr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8pPr>
            <a:lvl9pPr indent="-381000" lvl="8" marL="4114800" rtl="0">
              <a:spcBef>
                <a:spcPts val="2000"/>
              </a:spcBef>
              <a:spcAft>
                <a:spcPts val="2000"/>
              </a:spcAft>
              <a:buClr>
                <a:schemeClr val="accent1"/>
              </a:buClr>
              <a:buSzPts val="2400"/>
              <a:buFont typeface="Roboto Mono Light"/>
              <a:buChar char="■"/>
              <a:defRPr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">
          <p15:clr>
            <a:schemeClr val="accent1"/>
          </p15:clr>
        </p15:guide>
        <p15:guide id="2" pos="11088">
          <p15:clr>
            <a:schemeClr val="accent1"/>
          </p15:clr>
        </p15:guide>
        <p15:guide id="3" orient="horz" pos="979">
          <p15:clr>
            <a:schemeClr val="accent1"/>
          </p15:clr>
        </p15:guide>
        <p15:guide id="4" orient="horz" pos="5328">
          <p15:clr>
            <a:schemeClr val="accent1"/>
          </p15:clr>
        </p15:guide>
        <p15:guide id="5" pos="5760">
          <p15:clr>
            <a:srgbClr val="FF0000"/>
          </p15:clr>
        </p15:guide>
        <p15:guide id="6" orient="horz" pos="706">
          <p15:clr>
            <a:schemeClr val="accent1"/>
          </p15:clr>
        </p15:guide>
        <p15:guide id="7" orient="horz" pos="274">
          <p15:clr>
            <a:schemeClr val="accent1"/>
          </p15:clr>
        </p15:guide>
        <p15:guide id="8" orient="horz" pos="3154">
          <p15:clr>
            <a:srgbClr val="E46962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. Dual Code">
  <p:cSld name="TITLE_AND_BODY_1_1_1_1_2"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9144000"/>
            <a:ext cx="18288000" cy="1143000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11"/>
          <p:cNvSpPr/>
          <p:nvPr/>
        </p:nvSpPr>
        <p:spPr>
          <a:xfrm>
            <a:off x="576900" y="9439925"/>
            <a:ext cx="2610600" cy="620100"/>
          </a:xfrm>
          <a:prstGeom prst="rect">
            <a:avLst/>
          </a:prstGeom>
          <a:solidFill>
            <a:srgbClr val="14257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93" name="Google Shape;93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67760" y="9434283"/>
            <a:ext cx="2619805" cy="620100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1"/>
          <p:cNvSpPr/>
          <p:nvPr/>
        </p:nvSpPr>
        <p:spPr>
          <a:xfrm>
            <a:off x="-250" y="-750"/>
            <a:ext cx="18288000" cy="9144000"/>
          </a:xfrm>
          <a:prstGeom prst="rect">
            <a:avLst/>
          </a:prstGeom>
          <a:solidFill>
            <a:srgbClr val="F0F0F0"/>
          </a:solidFill>
          <a:ln>
            <a:noFill/>
          </a:ln>
          <a:effectLst>
            <a:outerShdw blurRad="714375" rotWithShape="0" algn="bl" dir="5400000" dist="238125">
              <a:srgbClr val="000000">
                <a:alpha val="25000"/>
              </a:srgbClr>
            </a:outerShdw>
          </a:effectLst>
        </p:spPr>
        <p:txBody>
          <a:bodyPr anchorCtr="0" anchor="ctr" bIns="91450" lIns="91450" spcFirstLastPara="1" rIns="91450" wrap="square" tIns="914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1"/>
          <p:cNvSpPr txBox="1"/>
          <p:nvPr/>
        </p:nvSpPr>
        <p:spPr>
          <a:xfrm>
            <a:off x="685800" y="434400"/>
            <a:ext cx="169164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2000"/>
              </a:spcAft>
              <a:buNone/>
            </a:pPr>
            <a:r>
              <a:rPr lang="en" sz="4800">
                <a:solidFill>
                  <a:srgbClr val="0B0B0B"/>
                </a:solidFill>
                <a:latin typeface="Open Sans Light"/>
                <a:ea typeface="Open Sans Light"/>
                <a:cs typeface="Open Sans Light"/>
                <a:sym typeface="Open Sans Light"/>
              </a:rPr>
              <a:t>Title Placeholder</a:t>
            </a:r>
            <a:endParaRPr sz="4800">
              <a:solidFill>
                <a:srgbClr val="0B0B0B"/>
              </a:solidFill>
              <a:latin typeface="Open Sans Light"/>
              <a:ea typeface="Open Sans Light"/>
              <a:cs typeface="Open Sans Light"/>
              <a:sym typeface="Open Sans Light"/>
            </a:endParaRPr>
          </a:p>
        </p:txBody>
      </p:sp>
      <p:sp>
        <p:nvSpPr>
          <p:cNvPr id="96" name="Google Shape;96;p11"/>
          <p:cNvSpPr txBox="1"/>
          <p:nvPr>
            <p:ph idx="1" type="body"/>
          </p:nvPr>
        </p:nvSpPr>
        <p:spPr>
          <a:xfrm>
            <a:off x="685800" y="1554750"/>
            <a:ext cx="8241000" cy="6903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419100" lvl="0" marL="45720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Font typeface="Roboto Mono Light"/>
              <a:buChar char="●"/>
              <a:defRPr sz="3000"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1pPr>
            <a:lvl2pPr indent="-419100" lvl="1" marL="9144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3000"/>
              <a:buFont typeface="Roboto Mono Light"/>
              <a:buChar char="○"/>
              <a:defRPr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2pPr>
            <a:lvl3pPr indent="-381000" lvl="2" marL="13716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Roboto Mono Light"/>
              <a:buChar char="■"/>
              <a:defRPr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3pPr>
            <a:lvl4pPr indent="-381000" lvl="3" marL="18288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Roboto Mono Light"/>
              <a:buChar char="●"/>
              <a:defRPr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4pPr>
            <a:lvl5pPr indent="-381000" lvl="4" marL="2286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Roboto Mono Light"/>
              <a:buChar char="○"/>
              <a:defRPr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5pPr>
            <a:lvl6pPr indent="-381000" lvl="5" marL="27432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Roboto Mono Light"/>
              <a:buChar char="■"/>
              <a:defRPr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6pPr>
            <a:lvl7pPr indent="-381000" lvl="6" marL="32004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Roboto Mono Light"/>
              <a:buChar char="●"/>
              <a:defRPr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7pPr>
            <a:lvl8pPr indent="-381000" lvl="7" marL="36576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Roboto Mono Light"/>
              <a:buChar char="○"/>
              <a:defRPr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8pPr>
            <a:lvl9pPr indent="-381000" lvl="8" marL="4114800" rtl="0">
              <a:spcBef>
                <a:spcPts val="2000"/>
              </a:spcBef>
              <a:spcAft>
                <a:spcPts val="2000"/>
              </a:spcAft>
              <a:buClr>
                <a:schemeClr val="accent1"/>
              </a:buClr>
              <a:buSzPts val="2400"/>
              <a:buFont typeface="Roboto Mono Light"/>
              <a:buChar char="■"/>
              <a:defRPr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9pPr>
          </a:lstStyle>
          <a:p/>
        </p:txBody>
      </p:sp>
      <p:sp>
        <p:nvSpPr>
          <p:cNvPr id="97" name="Google Shape;97;p11"/>
          <p:cNvSpPr txBox="1"/>
          <p:nvPr>
            <p:ph idx="2" type="body"/>
          </p:nvPr>
        </p:nvSpPr>
        <p:spPr>
          <a:xfrm>
            <a:off x="9361350" y="1554750"/>
            <a:ext cx="8241000" cy="6903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419100" lvl="0" marL="45720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Font typeface="Roboto Mono Light"/>
              <a:buChar char="●"/>
              <a:defRPr sz="3000"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1pPr>
            <a:lvl2pPr indent="-419100" lvl="1" marL="9144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3000"/>
              <a:buFont typeface="Roboto Mono Light"/>
              <a:buChar char="○"/>
              <a:defRPr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2pPr>
            <a:lvl3pPr indent="-381000" lvl="2" marL="13716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Roboto Mono Light"/>
              <a:buChar char="■"/>
              <a:defRPr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3pPr>
            <a:lvl4pPr indent="-381000" lvl="3" marL="18288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Roboto Mono Light"/>
              <a:buChar char="●"/>
              <a:defRPr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4pPr>
            <a:lvl5pPr indent="-381000" lvl="4" marL="2286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Roboto Mono Light"/>
              <a:buChar char="○"/>
              <a:defRPr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5pPr>
            <a:lvl6pPr indent="-381000" lvl="5" marL="27432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Roboto Mono Light"/>
              <a:buChar char="■"/>
              <a:defRPr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6pPr>
            <a:lvl7pPr indent="-381000" lvl="6" marL="32004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Roboto Mono Light"/>
              <a:buChar char="●"/>
              <a:defRPr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7pPr>
            <a:lvl8pPr indent="-381000" lvl="7" marL="36576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Roboto Mono Light"/>
              <a:buChar char="○"/>
              <a:defRPr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8pPr>
            <a:lvl9pPr indent="-381000" lvl="8" marL="4114800" rtl="0">
              <a:spcBef>
                <a:spcPts val="2000"/>
              </a:spcBef>
              <a:spcAft>
                <a:spcPts val="2000"/>
              </a:spcAft>
              <a:buClr>
                <a:schemeClr val="accent1"/>
              </a:buClr>
              <a:buSzPts val="2400"/>
              <a:buFont typeface="Roboto Mono Light"/>
              <a:buChar char="■"/>
              <a:defRPr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">
          <p15:clr>
            <a:schemeClr val="accent1"/>
          </p15:clr>
        </p15:guide>
        <p15:guide id="2" pos="11088">
          <p15:clr>
            <a:schemeClr val="accent1"/>
          </p15:clr>
        </p15:guide>
        <p15:guide id="3" orient="horz" pos="979">
          <p15:clr>
            <a:schemeClr val="accent1"/>
          </p15:clr>
        </p15:guide>
        <p15:guide id="4" orient="horz" pos="5328">
          <p15:clr>
            <a:schemeClr val="accent1"/>
          </p15:clr>
        </p15:guide>
        <p15:guide id="5" pos="5760">
          <p15:clr>
            <a:srgbClr val="FF0000"/>
          </p15:clr>
        </p15:guide>
        <p15:guide id="6" orient="horz" pos="706">
          <p15:clr>
            <a:schemeClr val="accent1"/>
          </p15:clr>
        </p15:guide>
        <p15:guide id="7" orient="horz" pos="274">
          <p15:clr>
            <a:schemeClr val="accent1"/>
          </p15:clr>
        </p15:guide>
        <p15:guide id="8" pos="5623">
          <p15:clr>
            <a:schemeClr val="accent1"/>
          </p15:clr>
        </p15:guide>
        <p15:guide id="9" pos="5897">
          <p15:clr>
            <a:schemeClr val="accent1"/>
          </p15:clr>
        </p15:guide>
        <p15:guide id="10" orient="horz" pos="3240">
          <p15:clr>
            <a:srgbClr val="E46962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. Quote Full Card">
  <p:cSld name="CUSTOM_14"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" name="Google Shape;99;p1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4" y="0"/>
            <a:ext cx="18288000" cy="10286989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Google Shape;100;p12"/>
          <p:cNvSpPr/>
          <p:nvPr/>
        </p:nvSpPr>
        <p:spPr>
          <a:xfrm flipH="1">
            <a:off x="1285650" y="1009650"/>
            <a:ext cx="15717000" cy="8268000"/>
          </a:xfrm>
          <a:prstGeom prst="round2DiagRect">
            <a:avLst>
              <a:gd fmla="val 20143" name="adj1"/>
              <a:gd fmla="val 0" name="adj2"/>
            </a:avLst>
          </a:prstGeom>
          <a:solidFill>
            <a:srgbClr val="F0F0F0"/>
          </a:solidFill>
          <a:ln>
            <a:noFill/>
          </a:ln>
        </p:spPr>
        <p:txBody>
          <a:bodyPr anchorCtr="0" anchor="ctr" bIns="91450" lIns="91450" spcFirstLastPara="1" rIns="91450" wrap="square" tIns="914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1" name="Google Shape;101;p12"/>
          <p:cNvSpPr txBox="1"/>
          <p:nvPr>
            <p:ph idx="1" type="body"/>
          </p:nvPr>
        </p:nvSpPr>
        <p:spPr>
          <a:xfrm>
            <a:off x="2110650" y="1908000"/>
            <a:ext cx="14067000" cy="6471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indent="-533400" lvl="0" marL="457200" rtl="0" algn="ctr">
              <a:spcBef>
                <a:spcPts val="0"/>
              </a:spcBef>
              <a:spcAft>
                <a:spcPts val="0"/>
              </a:spcAft>
              <a:buSzPts val="4800"/>
              <a:buFont typeface="Open Sans Light"/>
              <a:buChar char="●"/>
              <a:defRPr sz="4800"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-533400" lvl="1" marL="914400" rtl="0" algn="ctr">
              <a:spcBef>
                <a:spcPts val="0"/>
              </a:spcBef>
              <a:spcAft>
                <a:spcPts val="0"/>
              </a:spcAft>
              <a:buSzPts val="4800"/>
              <a:buFont typeface="Open Sans Light"/>
              <a:buChar char="○"/>
              <a:defRPr sz="4800"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-533400" lvl="2" marL="1371600" rtl="0" algn="ctr">
              <a:spcBef>
                <a:spcPts val="0"/>
              </a:spcBef>
              <a:spcAft>
                <a:spcPts val="0"/>
              </a:spcAft>
              <a:buSzPts val="4800"/>
              <a:buFont typeface="Open Sans Light"/>
              <a:buChar char="■"/>
              <a:defRPr sz="4800"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-533400" lvl="3" marL="1828800" rtl="0" algn="ctr">
              <a:spcBef>
                <a:spcPts val="0"/>
              </a:spcBef>
              <a:spcAft>
                <a:spcPts val="0"/>
              </a:spcAft>
              <a:buSzPts val="4800"/>
              <a:buFont typeface="Open Sans Light"/>
              <a:buChar char="●"/>
              <a:defRPr sz="4800"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-533400" lvl="4" marL="2286000" rtl="0" algn="ctr">
              <a:spcBef>
                <a:spcPts val="0"/>
              </a:spcBef>
              <a:spcAft>
                <a:spcPts val="0"/>
              </a:spcAft>
              <a:buSzPts val="4800"/>
              <a:buFont typeface="Open Sans Light"/>
              <a:buChar char="○"/>
              <a:defRPr sz="4800"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-533400" lvl="5" marL="2743200" rtl="0" algn="ctr">
              <a:spcBef>
                <a:spcPts val="0"/>
              </a:spcBef>
              <a:spcAft>
                <a:spcPts val="0"/>
              </a:spcAft>
              <a:buSzPts val="4800"/>
              <a:buFont typeface="Open Sans Light"/>
              <a:buChar char="■"/>
              <a:defRPr sz="4800"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-533400" lvl="6" marL="3200400" rtl="0" algn="ctr">
              <a:spcBef>
                <a:spcPts val="0"/>
              </a:spcBef>
              <a:spcAft>
                <a:spcPts val="0"/>
              </a:spcAft>
              <a:buSzPts val="4800"/>
              <a:buFont typeface="Open Sans Light"/>
              <a:buChar char="●"/>
              <a:defRPr sz="4800"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-533400" lvl="7" marL="3657600" rtl="0" algn="ctr">
              <a:spcBef>
                <a:spcPts val="0"/>
              </a:spcBef>
              <a:spcAft>
                <a:spcPts val="0"/>
              </a:spcAft>
              <a:buSzPts val="4800"/>
              <a:buFont typeface="Open Sans Light"/>
              <a:buChar char="○"/>
              <a:defRPr sz="4800"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-533400" lvl="8" marL="4114800" rtl="0" algn="ctr">
              <a:spcBef>
                <a:spcPts val="0"/>
              </a:spcBef>
              <a:spcAft>
                <a:spcPts val="0"/>
              </a:spcAft>
              <a:buSzPts val="4800"/>
              <a:buFont typeface="Open Sans Light"/>
              <a:buChar char="■"/>
              <a:defRPr sz="4800"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1225200" y="1210250"/>
            <a:ext cx="15837600" cy="129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Open Sans Light"/>
              <a:buNone/>
              <a:defRPr sz="5600">
                <a:solidFill>
                  <a:schemeClr val="dk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Open Sans"/>
              <a:buNone/>
              <a:defRPr sz="56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Open Sans"/>
              <a:buNone/>
              <a:defRPr sz="56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Open Sans"/>
              <a:buNone/>
              <a:defRPr sz="56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Open Sans"/>
              <a:buNone/>
              <a:defRPr sz="56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Open Sans"/>
              <a:buNone/>
              <a:defRPr sz="56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Open Sans"/>
              <a:buNone/>
              <a:defRPr sz="56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Open Sans"/>
              <a:buNone/>
              <a:defRPr sz="56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Open Sans"/>
              <a:buNone/>
              <a:defRPr sz="56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1225200" y="3107750"/>
            <a:ext cx="15837600" cy="603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457200" lvl="0" marL="457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Open Sans"/>
              <a:buChar char="●"/>
              <a:defRPr sz="36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indent="-419100" lvl="1" marL="914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pen Sans"/>
              <a:buChar char="○"/>
              <a:defRPr sz="30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indent="-381000" lvl="2" marL="1371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■"/>
              <a:defRPr sz="24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indent="-381000" lvl="3" marL="1828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●"/>
              <a:defRPr sz="24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indent="-381000" lvl="4" marL="22860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○"/>
              <a:defRPr sz="24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indent="-381000" lvl="5" marL="2743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■"/>
              <a:defRPr sz="24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indent="-381000" lvl="6" marL="3200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●"/>
              <a:defRPr sz="24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indent="-381000" lvl="7" marL="3657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○"/>
              <a:defRPr sz="24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indent="-381000" lvl="8" marL="411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■"/>
              <a:defRPr sz="24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lvl="0" rtl="0" algn="r">
              <a:buNone/>
              <a:defRPr sz="2000">
                <a:solidFill>
                  <a:schemeClr val="dk2"/>
                </a:solidFill>
              </a:defRPr>
            </a:lvl1pPr>
            <a:lvl2pPr lvl="1" rtl="0" algn="r">
              <a:buNone/>
              <a:defRPr sz="2000">
                <a:solidFill>
                  <a:schemeClr val="dk2"/>
                </a:solidFill>
              </a:defRPr>
            </a:lvl2pPr>
            <a:lvl3pPr lvl="2" rtl="0" algn="r">
              <a:buNone/>
              <a:defRPr sz="2000">
                <a:solidFill>
                  <a:schemeClr val="dk2"/>
                </a:solidFill>
              </a:defRPr>
            </a:lvl3pPr>
            <a:lvl4pPr lvl="3" rtl="0" algn="r">
              <a:buNone/>
              <a:defRPr sz="2000">
                <a:solidFill>
                  <a:schemeClr val="dk2"/>
                </a:solidFill>
              </a:defRPr>
            </a:lvl4pPr>
            <a:lvl5pPr lvl="4" rtl="0" algn="r">
              <a:buNone/>
              <a:defRPr sz="2000">
                <a:solidFill>
                  <a:schemeClr val="dk2"/>
                </a:solidFill>
              </a:defRPr>
            </a:lvl5pPr>
            <a:lvl6pPr lvl="5" rtl="0" algn="r">
              <a:buNone/>
              <a:defRPr sz="2000">
                <a:solidFill>
                  <a:schemeClr val="dk2"/>
                </a:solidFill>
              </a:defRPr>
            </a:lvl6pPr>
            <a:lvl7pPr lvl="6" rtl="0" algn="r">
              <a:buNone/>
              <a:defRPr sz="2000">
                <a:solidFill>
                  <a:schemeClr val="dk2"/>
                </a:solidFill>
              </a:defRPr>
            </a:lvl7pPr>
            <a:lvl8pPr lvl="7" rtl="0" algn="r">
              <a:buNone/>
              <a:defRPr sz="2000">
                <a:solidFill>
                  <a:schemeClr val="dk2"/>
                </a:solidFill>
              </a:defRPr>
            </a:lvl8pPr>
            <a:lvl9pPr lvl="8" rtl="0" algn="r">
              <a:buNone/>
              <a:defRPr sz="2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png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3"/>
          <p:cNvSpPr txBox="1"/>
          <p:nvPr/>
        </p:nvSpPr>
        <p:spPr>
          <a:xfrm>
            <a:off x="279350" y="9860050"/>
            <a:ext cx="79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7D97AD"/>
                </a:solidFill>
                <a:latin typeface="Open Sans"/>
                <a:ea typeface="Open Sans"/>
                <a:cs typeface="Open Sans"/>
                <a:sym typeface="Open Sans"/>
              </a:rPr>
              <a:t xml:space="preserve">© 2024 Udacity. </a:t>
            </a:r>
            <a:endParaRPr sz="1000">
              <a:solidFill>
                <a:srgbClr val="0B0B0B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07" name="Google Shape;107;p13"/>
          <p:cNvSpPr txBox="1"/>
          <p:nvPr>
            <p:ph type="ctrTitle"/>
          </p:nvPr>
        </p:nvSpPr>
        <p:spPr>
          <a:xfrm>
            <a:off x="1225200" y="2813950"/>
            <a:ext cx="10070400" cy="4186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Font typeface="Open Sans"/>
              <a:buNone/>
            </a:pPr>
            <a:r>
              <a:rPr lang="en"/>
              <a:t>Analysis of A/B Test Results</a:t>
            </a:r>
            <a:endParaRPr sz="1000"/>
          </a:p>
        </p:txBody>
      </p:sp>
      <p:sp>
        <p:nvSpPr>
          <p:cNvPr id="108" name="Google Shape;108;p13"/>
          <p:cNvSpPr txBox="1"/>
          <p:nvPr>
            <p:ph idx="1" type="subTitle"/>
          </p:nvPr>
        </p:nvSpPr>
        <p:spPr>
          <a:xfrm>
            <a:off x="1256200" y="7559875"/>
            <a:ext cx="10039800" cy="832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1250"/>
              </a:lnSpc>
              <a:spcBef>
                <a:spcPts val="0"/>
              </a:spcBef>
              <a:spcAft>
                <a:spcPts val="0"/>
              </a:spcAft>
              <a:buClr>
                <a:srgbClr val="9CBDD8"/>
              </a:buClr>
              <a:buFont typeface="Open Sans"/>
              <a:buNone/>
            </a:pPr>
            <a:r>
              <a:rPr b="1" lang="en"/>
              <a:t>Data Scientist: A/B Test Analysis Project</a:t>
            </a:r>
            <a:endParaRPr b="1"/>
          </a:p>
          <a:p>
            <a:pPr indent="0" lvl="0" marL="0" marR="0" rtl="0" algn="l">
              <a:lnSpc>
                <a:spcPct val="131250"/>
              </a:lnSpc>
              <a:spcBef>
                <a:spcPts val="0"/>
              </a:spcBef>
              <a:spcAft>
                <a:spcPts val="0"/>
              </a:spcAft>
              <a:buClr>
                <a:srgbClr val="9CBDD8"/>
              </a:buClr>
              <a:buFont typeface="Open Sans"/>
              <a:buNone/>
            </a:pPr>
            <a:r>
              <a:t/>
            </a:r>
            <a:endParaRPr sz="1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5"/>
          <p:cNvSpPr txBox="1"/>
          <p:nvPr>
            <p:ph type="title"/>
          </p:nvPr>
        </p:nvSpPr>
        <p:spPr>
          <a:xfrm>
            <a:off x="685800" y="307965"/>
            <a:ext cx="16916400" cy="1509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6400"/>
              <a:t>Agenda</a:t>
            </a:r>
            <a:endParaRPr sz="6400"/>
          </a:p>
        </p:txBody>
      </p:sp>
      <p:sp>
        <p:nvSpPr>
          <p:cNvPr id="124" name="Google Shape;124;p15"/>
          <p:cNvSpPr txBox="1"/>
          <p:nvPr>
            <p:ph idx="1" type="body"/>
          </p:nvPr>
        </p:nvSpPr>
        <p:spPr>
          <a:xfrm>
            <a:off x="685850" y="1828800"/>
            <a:ext cx="16393800" cy="6629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1"/>
                </a:solidFill>
              </a:rPr>
              <a:t>Findings of</a:t>
            </a:r>
            <a:r>
              <a:rPr lang="en">
                <a:solidFill>
                  <a:schemeClr val="accent1"/>
                </a:solidFill>
              </a:rPr>
              <a:t xml:space="preserve"> A/B test analysis</a:t>
            </a:r>
            <a:endParaRPr sz="3000">
              <a:solidFill>
                <a:srgbClr val="2D3D4A"/>
              </a:solidFill>
            </a:endParaRPr>
          </a:p>
          <a:p>
            <a:pPr indent="-723900" lvl="0" marL="914400" rtl="0" algn="l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4200"/>
              <a:buChar char="●"/>
            </a:pPr>
            <a:r>
              <a:rPr lang="en" sz="4200"/>
              <a:t>Experiment Setup</a:t>
            </a:r>
            <a:endParaRPr sz="4200"/>
          </a:p>
          <a:p>
            <a:pPr indent="-723900" lvl="0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Char char="●"/>
            </a:pPr>
            <a:r>
              <a:rPr lang="en" sz="4200"/>
              <a:t>Conversion Rates</a:t>
            </a:r>
            <a:endParaRPr sz="4200"/>
          </a:p>
          <a:p>
            <a:pPr indent="-723900" lvl="0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Char char="●"/>
            </a:pPr>
            <a:r>
              <a:rPr lang="en" sz="4200"/>
              <a:t>Experiment Results</a:t>
            </a:r>
            <a:endParaRPr sz="4200"/>
          </a:p>
          <a:p>
            <a:pPr indent="0" lvl="0" marL="0" rtl="0" algn="l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t/>
            </a:r>
            <a:endParaRPr sz="3000">
              <a:solidFill>
                <a:srgbClr val="2D3D4A"/>
              </a:solidFill>
            </a:endParaRPr>
          </a:p>
          <a:p>
            <a:pPr indent="0" lvl="0" marL="228600" rtl="0" algn="l">
              <a:lnSpc>
                <a:spcPct val="115000"/>
              </a:lnSpc>
              <a:spcBef>
                <a:spcPts val="1400"/>
              </a:spcBef>
              <a:spcAft>
                <a:spcPts val="2000"/>
              </a:spcAft>
              <a:buNone/>
            </a:pPr>
            <a:r>
              <a:t/>
            </a:r>
            <a:endParaRPr sz="3000"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16"/>
          <p:cNvSpPr txBox="1"/>
          <p:nvPr>
            <p:ph type="title"/>
          </p:nvPr>
        </p:nvSpPr>
        <p:spPr>
          <a:xfrm>
            <a:off x="685800" y="307965"/>
            <a:ext cx="16916400" cy="1509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6400"/>
              <a:t>How Was the Experiment Implemented?</a:t>
            </a:r>
            <a:endParaRPr sz="6400"/>
          </a:p>
        </p:txBody>
      </p:sp>
      <p:sp>
        <p:nvSpPr>
          <p:cNvPr id="130" name="Google Shape;130;p16"/>
          <p:cNvSpPr txBox="1"/>
          <p:nvPr>
            <p:ph idx="1" type="body"/>
          </p:nvPr>
        </p:nvSpPr>
        <p:spPr>
          <a:xfrm>
            <a:off x="685850" y="1828800"/>
            <a:ext cx="16393800" cy="3143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en"/>
              <a:t xml:space="preserve">Total Variant Visitors: </a:t>
            </a:r>
            <a:r>
              <a:rPr lang="en">
                <a:solidFill>
                  <a:srgbClr val="065A82"/>
                </a:solidFill>
              </a:rPr>
              <a:t>35,211</a:t>
            </a:r>
            <a:endParaRPr>
              <a:solidFill>
                <a:srgbClr val="FF0000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en"/>
              <a:t xml:space="preserve">Total Control Participants: </a:t>
            </a:r>
            <a:r>
              <a:rPr lang="en">
                <a:solidFill>
                  <a:srgbClr val="065A82"/>
                </a:solidFill>
              </a:rPr>
              <a:t>34,678</a:t>
            </a:r>
            <a:endParaRPr>
              <a:solidFill>
                <a:srgbClr val="FF0000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65A82"/>
                </a:solidFill>
              </a:rPr>
              <a:t>Users from: US (69.9%), UK (25.1%), CA (5.0%)</a:t>
            </a:r>
            <a:endParaRPr>
              <a:solidFill>
                <a:srgbClr val="FF0000"/>
              </a:solidFill>
            </a:endParaRPr>
          </a:p>
          <a:p>
            <a:pPr indent="0" lvl="0" marL="228600" rtl="0" algn="l">
              <a:lnSpc>
                <a:spcPct val="115000"/>
              </a:lnSpc>
              <a:spcBef>
                <a:spcPts val="1400"/>
              </a:spcBef>
              <a:spcAft>
                <a:spcPts val="2000"/>
              </a:spcAft>
              <a:buNone/>
            </a:pPr>
            <a:r>
              <a:t/>
            </a:r>
            <a:endParaRPr sz="3000">
              <a:solidFill>
                <a:srgbClr val="000000"/>
              </a:solidFill>
            </a:endParaRPr>
          </a:p>
        </p:txBody>
      </p:sp>
      <p:pic>
        <p:nvPicPr>
          <p:cNvPr id="131" name="Google Shape;131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17475" y="4994500"/>
            <a:ext cx="8853051" cy="3820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17"/>
          <p:cNvSpPr txBox="1"/>
          <p:nvPr>
            <p:ph type="title"/>
          </p:nvPr>
        </p:nvSpPr>
        <p:spPr>
          <a:xfrm>
            <a:off x="685800" y="307965"/>
            <a:ext cx="16916400" cy="1509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6400"/>
              <a:t>Conversion</a:t>
            </a:r>
            <a:r>
              <a:rPr lang="en" sz="6400"/>
              <a:t xml:space="preserve"> Rates</a:t>
            </a:r>
            <a:endParaRPr sz="6400"/>
          </a:p>
        </p:txBody>
      </p:sp>
      <p:sp>
        <p:nvSpPr>
          <p:cNvPr id="137" name="Google Shape;137;p17"/>
          <p:cNvSpPr txBox="1"/>
          <p:nvPr>
            <p:ph idx="1" type="body"/>
          </p:nvPr>
        </p:nvSpPr>
        <p:spPr>
          <a:xfrm>
            <a:off x="947100" y="5878275"/>
            <a:ext cx="16393800" cy="2580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1"/>
                </a:solidFill>
              </a:rPr>
              <a:t xml:space="preserve">Executive Summary: </a:t>
            </a:r>
            <a:r>
              <a:rPr lang="en">
                <a:solidFill>
                  <a:srgbClr val="065A82"/>
                </a:solidFill>
              </a:rPr>
              <a:t>The treatment page outperforms the control in all countries. Treatment conversion (15.53%) exceeds control (10.53%) by +5.01 pp. The US, UK, and CA all show significant lifts. Country differences are modest; the treatment effect is the dominant driver of conversion.</a:t>
            </a:r>
            <a:endParaRPr>
              <a:solidFill>
                <a:srgbClr val="065A82"/>
              </a:solidFill>
            </a:endParaRPr>
          </a:p>
          <a:p>
            <a:pPr indent="0" lvl="0" marL="228600" rtl="0" algn="l">
              <a:lnSpc>
                <a:spcPct val="115000"/>
              </a:lnSpc>
              <a:spcBef>
                <a:spcPts val="1400"/>
              </a:spcBef>
              <a:spcAft>
                <a:spcPts val="2000"/>
              </a:spcAft>
              <a:buNone/>
            </a:pPr>
            <a:r>
              <a:t/>
            </a:r>
            <a:endParaRPr sz="3000">
              <a:solidFill>
                <a:srgbClr val="000000"/>
              </a:solidFill>
            </a:endParaRPr>
          </a:p>
        </p:txBody>
      </p:sp>
      <p:graphicFrame>
        <p:nvGraphicFramePr>
          <p:cNvPr id="138" name="Google Shape;138;p17"/>
          <p:cNvGraphicFramePr/>
          <p:nvPr/>
        </p:nvGraphicFramePr>
        <p:xfrm>
          <a:off x="952500" y="20281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{E1C8DA9E-B1A0-4A86-91D4-0D2497F3468D}</a:tableStyleId>
              </a:tblPr>
              <a:tblGrid>
                <a:gridCol w="4095750"/>
                <a:gridCol w="4095750"/>
                <a:gridCol w="4095750"/>
                <a:gridCol w="4095750"/>
              </a:tblGrid>
              <a:tr h="9813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800"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T="91425" marB="91425" marR="91425" marL="91425" anchor="ctr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3200"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U.S.</a:t>
                      </a:r>
                      <a:endParaRPr b="1" sz="3200"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T="91425" marB="91425" marR="91425" marL="91425" anchor="ctr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3200"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U.K.</a:t>
                      </a:r>
                      <a:endParaRPr b="1" sz="3200"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T="91425" marB="91425" marR="91425" marL="91425" anchor="ctr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3200"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CA</a:t>
                      </a:r>
                      <a:endParaRPr b="1" sz="3200"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T="91425" marB="91425" marR="91425" marL="91425" anchor="ctr">
                    <a:solidFill>
                      <a:srgbClr val="D9D9D9"/>
                    </a:solidFill>
                  </a:tcPr>
                </a:tc>
              </a:tr>
              <a:tr h="9813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3200"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Control</a:t>
                      </a:r>
                      <a:endParaRPr b="1" sz="3200"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T="91425" marB="91425" marR="91425" marL="91425" anchor="ctr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800">
                          <a:solidFill>
                            <a:srgbClr val="065A82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10.73%</a:t>
                      </a:r>
                      <a:endParaRPr sz="2800">
                        <a:solidFill>
                          <a:srgbClr val="065A82"/>
                        </a:solidFill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800">
                          <a:solidFill>
                            <a:srgbClr val="065A82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10.16%</a:t>
                      </a:r>
                      <a:endParaRPr sz="2800">
                        <a:solidFill>
                          <a:srgbClr val="065A82"/>
                        </a:solidFill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800">
                          <a:solidFill>
                            <a:srgbClr val="065A82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9.45%</a:t>
                      </a:r>
                      <a:endParaRPr sz="2800">
                        <a:solidFill>
                          <a:srgbClr val="065A82"/>
                        </a:solidFill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T="91425" marB="91425" marR="91425" marL="91425" anchor="ctr"/>
                </a:tc>
              </a:tr>
              <a:tr h="9813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3200"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Treatment</a:t>
                      </a:r>
                      <a:endParaRPr b="1" sz="3200"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T="91425" marB="91425" marR="91425" marL="91425" anchor="ctr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800">
                          <a:solidFill>
                            <a:srgbClr val="065A82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15.78%</a:t>
                      </a:r>
                      <a:endParaRPr sz="2800">
                        <a:solidFill>
                          <a:srgbClr val="065A82"/>
                        </a:solidFill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800">
                          <a:solidFill>
                            <a:srgbClr val="065A82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14.87%</a:t>
                      </a:r>
                      <a:endParaRPr sz="2800">
                        <a:solidFill>
                          <a:srgbClr val="065A82"/>
                        </a:solidFill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800">
                          <a:solidFill>
                            <a:srgbClr val="065A82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15.40%</a:t>
                      </a:r>
                      <a:endParaRPr sz="2800">
                        <a:solidFill>
                          <a:srgbClr val="065A82"/>
                        </a:solidFill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T="91425" marB="91425" marR="91425" marL="91425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8"/>
          <p:cNvSpPr txBox="1"/>
          <p:nvPr>
            <p:ph type="title"/>
          </p:nvPr>
        </p:nvSpPr>
        <p:spPr>
          <a:xfrm>
            <a:off x="685800" y="307965"/>
            <a:ext cx="16916400" cy="1509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6400"/>
              <a:t>Experiment Results</a:t>
            </a:r>
            <a:endParaRPr sz="6400"/>
          </a:p>
        </p:txBody>
      </p:sp>
      <p:sp>
        <p:nvSpPr>
          <p:cNvPr id="144" name="Google Shape;144;p18"/>
          <p:cNvSpPr txBox="1"/>
          <p:nvPr>
            <p:ph idx="1" type="body"/>
          </p:nvPr>
        </p:nvSpPr>
        <p:spPr>
          <a:xfrm>
            <a:off x="685850" y="1828800"/>
            <a:ext cx="16393800" cy="6629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4572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Char char="●"/>
            </a:pPr>
            <a:r>
              <a:rPr lang="en">
                <a:solidFill>
                  <a:srgbClr val="0B0B0B"/>
                </a:solidFill>
              </a:rPr>
              <a:t xml:space="preserve">Treatment Conversion Rate: </a:t>
            </a:r>
            <a:r>
              <a:rPr lang="en">
                <a:solidFill>
                  <a:srgbClr val="065A82"/>
                </a:solidFill>
              </a:rPr>
              <a:t>15.53%</a:t>
            </a:r>
            <a:endParaRPr>
              <a:solidFill>
                <a:srgbClr val="065A82"/>
              </a:solidFill>
            </a:endParaRPr>
          </a:p>
          <a:p>
            <a:pPr indent="-4572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Char char="●"/>
            </a:pPr>
            <a:r>
              <a:rPr lang="en">
                <a:solidFill>
                  <a:srgbClr val="0B0B0B"/>
                </a:solidFill>
              </a:rPr>
              <a:t xml:space="preserve">Control Conversion Rate:​ </a:t>
            </a:r>
            <a:r>
              <a:rPr lang="en">
                <a:solidFill>
                  <a:srgbClr val="065A82"/>
                </a:solidFill>
              </a:rPr>
              <a:t>10.53%</a:t>
            </a:r>
            <a:endParaRPr>
              <a:solidFill>
                <a:srgbClr val="065A82"/>
              </a:solidFill>
            </a:endParaRPr>
          </a:p>
          <a:p>
            <a:pPr indent="-4572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Char char="●"/>
            </a:pPr>
            <a:r>
              <a:rPr lang="en">
                <a:solidFill>
                  <a:srgbClr val="0B0B0B"/>
                </a:solidFill>
              </a:rPr>
              <a:t xml:space="preserve">Delta in Treatment vs. Control Conversion Rate:​ </a:t>
            </a:r>
            <a:r>
              <a:rPr lang="en">
                <a:solidFill>
                  <a:srgbClr val="065A82"/>
                </a:solidFill>
              </a:rPr>
              <a:t>+5.01 percentage points</a:t>
            </a:r>
            <a:endParaRPr>
              <a:solidFill>
                <a:srgbClr val="065A82"/>
              </a:solidFill>
            </a:endParaRPr>
          </a:p>
          <a:p>
            <a:pPr indent="-4572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Char char="●"/>
            </a:pPr>
            <a:r>
              <a:rPr lang="en">
                <a:solidFill>
                  <a:srgbClr val="0B0B0B"/>
                </a:solidFill>
              </a:rPr>
              <a:t xml:space="preserve">p-value:​ </a:t>
            </a:r>
            <a:r>
              <a:rPr lang="en">
                <a:solidFill>
                  <a:srgbClr val="065A82"/>
                </a:solidFill>
              </a:rPr>
              <a:t>&lt; 0.0001 (z = 19.65)</a:t>
            </a:r>
            <a:endParaRPr>
              <a:solidFill>
                <a:srgbClr val="065A82"/>
              </a:solidFill>
            </a:endParaRPr>
          </a:p>
          <a:p>
            <a:pPr indent="-4572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Char char="●"/>
            </a:pPr>
            <a:r>
              <a:rPr lang="en">
                <a:solidFill>
                  <a:srgbClr val="0B0B0B"/>
                </a:solidFill>
              </a:rPr>
              <a:t>Conclusion:</a:t>
            </a:r>
            <a:endParaRPr>
              <a:solidFill>
                <a:srgbClr val="0B0B0B"/>
              </a:solidFill>
            </a:endParaRPr>
          </a:p>
          <a:p>
            <a:pPr indent="-4191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Char char="○"/>
            </a:pPr>
            <a:r>
              <a:rPr lang="en">
                <a:solidFill>
                  <a:srgbClr val="0B0B0B"/>
                </a:solidFill>
              </a:rPr>
              <a:t>​</a:t>
            </a:r>
            <a:r>
              <a:rPr lang="en">
                <a:solidFill>
                  <a:srgbClr val="065A82"/>
                </a:solidFill>
              </a:rPr>
              <a:t>We reject H0 with very high confidence (z = 19.65, p &lt; 0.0001). The new page is statistically significantly better. The treatment page should be adopted — it delivers a +5.01 pp lift in conversions, confirmed across all three countries (US, UK, CA) and validated by both z-test and chi-squared test.</a:t>
            </a:r>
            <a:endParaRPr>
              <a:solidFill>
                <a:srgbClr val="065A82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0B0B0B"/>
              </a:solidFill>
            </a:endParaRPr>
          </a:p>
          <a:p>
            <a:pPr indent="0" lvl="0" marL="228600" rtl="0" algn="l">
              <a:lnSpc>
                <a:spcPct val="115000"/>
              </a:lnSpc>
              <a:spcBef>
                <a:spcPts val="1400"/>
              </a:spcBef>
              <a:spcAft>
                <a:spcPts val="2000"/>
              </a:spcAft>
              <a:buNone/>
            </a:pPr>
            <a:r>
              <a:t/>
            </a:r>
            <a:endParaRPr sz="3000">
              <a:solidFill>
                <a:srgbClr val="0B0B0B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Udacity 2024 Student Template">
  <a:themeElements>
    <a:clrScheme name="Simple Light">
      <a:dk1>
        <a:srgbClr val="0B0B0B"/>
      </a:dk1>
      <a:lt1>
        <a:srgbClr val="FFFFFF"/>
      </a:lt1>
      <a:dk2>
        <a:srgbClr val="171A53"/>
      </a:dk2>
      <a:lt2>
        <a:srgbClr val="F6F6F6"/>
      </a:lt2>
      <a:accent1>
        <a:srgbClr val="2015FF"/>
      </a:accent1>
      <a:accent2>
        <a:srgbClr val="00C5A1"/>
      </a:accent2>
      <a:accent3>
        <a:srgbClr val="DBE2E8"/>
      </a:accent3>
      <a:accent4>
        <a:srgbClr val="BDEA09"/>
      </a:accent4>
      <a:accent5>
        <a:srgbClr val="6597FF"/>
      </a:accent5>
      <a:accent6>
        <a:srgbClr val="B181FF"/>
      </a:accent6>
      <a:hlink>
        <a:srgbClr val="2015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